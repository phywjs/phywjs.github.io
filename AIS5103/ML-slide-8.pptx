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8" r:id="rId2"/>
    <p:sldId id="318" r:id="rId3"/>
    <p:sldId id="304" r:id="rId4"/>
    <p:sldId id="305" r:id="rId5"/>
    <p:sldId id="306" r:id="rId6"/>
    <p:sldId id="316" r:id="rId7"/>
    <p:sldId id="307" r:id="rId8"/>
    <p:sldId id="308" r:id="rId9"/>
    <p:sldId id="311" r:id="rId10"/>
    <p:sldId id="310" r:id="rId11"/>
    <p:sldId id="314" r:id="rId12"/>
    <p:sldId id="315" r:id="rId13"/>
    <p:sldId id="309" r:id="rId14"/>
    <p:sldId id="312" r:id="rId15"/>
    <p:sldId id="313" r:id="rId16"/>
    <p:sldId id="320" r:id="rId17"/>
    <p:sldId id="317" r:id="rId18"/>
    <p:sldId id="319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6D1DD3-959A-4AA2-B3C6-39D7796E2911}" v="359" dt="2026-09-26T03:31:07.2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9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384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ng Jian-Sheng" userId="7d25d710-0931-49a3-acef-49192cec40f2" providerId="ADAL" clId="{66572D02-9A0D-4195-ADB6-5DBDF78AF6B3}"/>
    <pc:docChg chg="custSel addSld modSld">
      <pc:chgData name="Wang Jian-Sheng" userId="7d25d710-0931-49a3-acef-49192cec40f2" providerId="ADAL" clId="{66572D02-9A0D-4195-ADB6-5DBDF78AF6B3}" dt="2026-09-26T03:32:05.488" v="3874" actId="20577"/>
      <pc:docMkLst>
        <pc:docMk/>
      </pc:docMkLst>
      <pc:sldChg chg="modSp mod">
        <pc:chgData name="Wang Jian-Sheng" userId="7d25d710-0931-49a3-acef-49192cec40f2" providerId="ADAL" clId="{66572D02-9A0D-4195-ADB6-5DBDF78AF6B3}" dt="2026-09-19T02:24:06.332" v="1119" actId="20577"/>
        <pc:sldMkLst>
          <pc:docMk/>
          <pc:sldMk cId="2153188837" sldId="258"/>
        </pc:sldMkLst>
        <pc:spChg chg="mod">
          <ac:chgData name="Wang Jian-Sheng" userId="7d25d710-0931-49a3-acef-49192cec40f2" providerId="ADAL" clId="{66572D02-9A0D-4195-ADB6-5DBDF78AF6B3}" dt="2026-09-19T02:24:06.332" v="1119" actId="20577"/>
          <ac:spMkLst>
            <pc:docMk/>
            <pc:sldMk cId="2153188837" sldId="258"/>
            <ac:spMk id="4" creationId="{FE2F1026-AD94-4412-BD4F-59BB80E5138D}"/>
          </ac:spMkLst>
        </pc:spChg>
      </pc:sldChg>
      <pc:sldChg chg="modSp mod">
        <pc:chgData name="Wang Jian-Sheng" userId="7d25d710-0931-49a3-acef-49192cec40f2" providerId="ADAL" clId="{66572D02-9A0D-4195-ADB6-5DBDF78AF6B3}" dt="2026-09-19T03:50:33.724" v="2497" actId="20577"/>
        <pc:sldMkLst>
          <pc:docMk/>
          <pc:sldMk cId="3846017107" sldId="304"/>
        </pc:sldMkLst>
        <pc:spChg chg="mod">
          <ac:chgData name="Wang Jian-Sheng" userId="7d25d710-0931-49a3-acef-49192cec40f2" providerId="ADAL" clId="{66572D02-9A0D-4195-ADB6-5DBDF78AF6B3}" dt="2026-09-19T02:50:25.703" v="1428" actId="20577"/>
          <ac:spMkLst>
            <pc:docMk/>
            <pc:sldMk cId="3846017107" sldId="304"/>
            <ac:spMk id="2" creationId="{0AC41597-BE87-4FFC-BF41-FF7271A1F3A5}"/>
          </ac:spMkLst>
        </pc:spChg>
        <pc:spChg chg="mod">
          <ac:chgData name="Wang Jian-Sheng" userId="7d25d710-0931-49a3-acef-49192cec40f2" providerId="ADAL" clId="{66572D02-9A0D-4195-ADB6-5DBDF78AF6B3}" dt="2026-09-19T03:50:33.724" v="2497" actId="20577"/>
          <ac:spMkLst>
            <pc:docMk/>
            <pc:sldMk cId="3846017107" sldId="304"/>
            <ac:spMk id="3" creationId="{676C924D-4654-4B6C-8AF8-EF65082555DF}"/>
          </ac:spMkLst>
        </pc:spChg>
      </pc:sldChg>
      <pc:sldChg chg="addSp delSp modSp mod">
        <pc:chgData name="Wang Jian-Sheng" userId="7d25d710-0931-49a3-acef-49192cec40f2" providerId="ADAL" clId="{66572D02-9A0D-4195-ADB6-5DBDF78AF6B3}" dt="2026-09-19T02:51:29.815" v="1445" actId="20577"/>
        <pc:sldMkLst>
          <pc:docMk/>
          <pc:sldMk cId="939273039" sldId="305"/>
        </pc:sldMkLst>
        <pc:spChg chg="mod">
          <ac:chgData name="Wang Jian-Sheng" userId="7d25d710-0931-49a3-acef-49192cec40f2" providerId="ADAL" clId="{66572D02-9A0D-4195-ADB6-5DBDF78AF6B3}" dt="2026-09-19T02:51:29.815" v="1445" actId="20577"/>
          <ac:spMkLst>
            <pc:docMk/>
            <pc:sldMk cId="939273039" sldId="305"/>
            <ac:spMk id="4" creationId="{90584934-63E7-489A-9AE2-3950F5D18C47}"/>
          </ac:spMkLst>
        </pc:spChg>
        <pc:spChg chg="mod">
          <ac:chgData name="Wang Jian-Sheng" userId="7d25d710-0931-49a3-acef-49192cec40f2" providerId="ADAL" clId="{66572D02-9A0D-4195-ADB6-5DBDF78AF6B3}" dt="2026-09-19T01:59:47.666" v="811" actId="1038"/>
          <ac:spMkLst>
            <pc:docMk/>
            <pc:sldMk cId="939273039" sldId="305"/>
            <ac:spMk id="24" creationId="{887D6893-1B2F-47A5-ACFF-021553E625FA}"/>
          </ac:spMkLst>
        </pc:spChg>
        <pc:spChg chg="mod">
          <ac:chgData name="Wang Jian-Sheng" userId="7d25d710-0931-49a3-acef-49192cec40f2" providerId="ADAL" clId="{66572D02-9A0D-4195-ADB6-5DBDF78AF6B3}" dt="2026-09-19T02:28:22.695" v="1164" actId="20577"/>
          <ac:spMkLst>
            <pc:docMk/>
            <pc:sldMk cId="939273039" sldId="305"/>
            <ac:spMk id="27" creationId="{2D3631AE-53B2-4B00-BAF1-C6AB438474C5}"/>
          </ac:spMkLst>
        </pc:spChg>
        <pc:spChg chg="mod">
          <ac:chgData name="Wang Jian-Sheng" userId="7d25d710-0931-49a3-acef-49192cec40f2" providerId="ADAL" clId="{66572D02-9A0D-4195-ADB6-5DBDF78AF6B3}" dt="2026-09-19T02:28:32.423" v="1177" actId="20577"/>
          <ac:spMkLst>
            <pc:docMk/>
            <pc:sldMk cId="939273039" sldId="305"/>
            <ac:spMk id="30" creationId="{55373E82-8968-4F0F-A91D-27FEFA7D8EF4}"/>
          </ac:spMkLst>
        </pc:spChg>
        <pc:spChg chg="mod">
          <ac:chgData name="Wang Jian-Sheng" userId="7d25d710-0931-49a3-acef-49192cec40f2" providerId="ADAL" clId="{66572D02-9A0D-4195-ADB6-5DBDF78AF6B3}" dt="2026-09-19T02:28:40.869" v="1190" actId="20577"/>
          <ac:spMkLst>
            <pc:docMk/>
            <pc:sldMk cId="939273039" sldId="305"/>
            <ac:spMk id="33" creationId="{8B600760-91F5-44FA-B308-049C498F45E7}"/>
          </ac:spMkLst>
        </pc:spChg>
        <pc:spChg chg="mod">
          <ac:chgData name="Wang Jian-Sheng" userId="7d25d710-0931-49a3-acef-49192cec40f2" providerId="ADAL" clId="{66572D02-9A0D-4195-ADB6-5DBDF78AF6B3}" dt="2026-09-19T02:28:57.560" v="1210" actId="20577"/>
          <ac:spMkLst>
            <pc:docMk/>
            <pc:sldMk cId="939273039" sldId="305"/>
            <ac:spMk id="36" creationId="{D22F5F3A-E01D-4032-BE7E-E36A0B3622E6}"/>
          </ac:spMkLst>
        </pc:spChg>
        <pc:spChg chg="mod">
          <ac:chgData name="Wang Jian-Sheng" userId="7d25d710-0931-49a3-acef-49192cec40f2" providerId="ADAL" clId="{66572D02-9A0D-4195-ADB6-5DBDF78AF6B3}" dt="2026-09-19T01:57:48.419" v="494" actId="20577"/>
          <ac:spMkLst>
            <pc:docMk/>
            <pc:sldMk cId="939273039" sldId="305"/>
            <ac:spMk id="46" creationId="{D71799B7-11CB-4733-A0A7-8BB5B2C00BAF}"/>
          </ac:spMkLst>
        </pc:spChg>
        <pc:spChg chg="mod">
          <ac:chgData name="Wang Jian-Sheng" userId="7d25d710-0931-49a3-acef-49192cec40f2" providerId="ADAL" clId="{66572D02-9A0D-4195-ADB6-5DBDF78AF6B3}" dt="2026-09-19T01:57:43.480" v="493" actId="20577"/>
          <ac:spMkLst>
            <pc:docMk/>
            <pc:sldMk cId="939273039" sldId="305"/>
            <ac:spMk id="47" creationId="{EDECE6F1-D46B-4B22-A378-E51F91548821}"/>
          </ac:spMkLst>
        </pc:spChg>
        <pc:cxnChg chg="mod">
          <ac:chgData name="Wang Jian-Sheng" userId="7d25d710-0931-49a3-acef-49192cec40f2" providerId="ADAL" clId="{66572D02-9A0D-4195-ADB6-5DBDF78AF6B3}" dt="2026-09-19T01:58:27.925" v="510" actId="1037"/>
          <ac:cxnSpMkLst>
            <pc:docMk/>
            <pc:sldMk cId="939273039" sldId="305"/>
            <ac:cxnSpMk id="26" creationId="{59C8A00B-1BDE-49D6-A747-5B43CC1E9C6C}"/>
          </ac:cxnSpMkLst>
        </pc:cxnChg>
        <pc:cxnChg chg="mod">
          <ac:chgData name="Wang Jian-Sheng" userId="7d25d710-0931-49a3-acef-49192cec40f2" providerId="ADAL" clId="{66572D02-9A0D-4195-ADB6-5DBDF78AF6B3}" dt="2026-09-19T01:58:09.667" v="505" actId="1038"/>
          <ac:cxnSpMkLst>
            <pc:docMk/>
            <pc:sldMk cId="939273039" sldId="305"/>
            <ac:cxnSpMk id="35" creationId="{FA4144CC-4911-4C03-84F9-E1FDFADD9D20}"/>
          </ac:cxnSpMkLst>
        </pc:cxnChg>
        <pc:cxnChg chg="mod">
          <ac:chgData name="Wang Jian-Sheng" userId="7d25d710-0931-49a3-acef-49192cec40f2" providerId="ADAL" clId="{66572D02-9A0D-4195-ADB6-5DBDF78AF6B3}" dt="2026-09-19T01:58:27.925" v="510" actId="1037"/>
          <ac:cxnSpMkLst>
            <pc:docMk/>
            <pc:sldMk cId="939273039" sldId="305"/>
            <ac:cxnSpMk id="41" creationId="{1D368BC0-A379-48B3-A258-1E19F3702A96}"/>
          </ac:cxnSpMkLst>
        </pc:cxnChg>
        <pc:cxnChg chg="mod">
          <ac:chgData name="Wang Jian-Sheng" userId="7d25d710-0931-49a3-acef-49192cec40f2" providerId="ADAL" clId="{66572D02-9A0D-4195-ADB6-5DBDF78AF6B3}" dt="2026-09-19T01:58:09.667" v="505" actId="1038"/>
          <ac:cxnSpMkLst>
            <pc:docMk/>
            <pc:sldMk cId="939273039" sldId="305"/>
            <ac:cxnSpMk id="44" creationId="{C846AA65-BFE2-4E84-83FB-644F6E200D98}"/>
          </ac:cxnSpMkLst>
        </pc:cxnChg>
      </pc:sldChg>
      <pc:sldChg chg="modSp mod">
        <pc:chgData name="Wang Jian-Sheng" userId="7d25d710-0931-49a3-acef-49192cec40f2" providerId="ADAL" clId="{66572D02-9A0D-4195-ADB6-5DBDF78AF6B3}" dt="2026-09-19T03:08:26.792" v="1825" actId="20577"/>
        <pc:sldMkLst>
          <pc:docMk/>
          <pc:sldMk cId="729036343" sldId="306"/>
        </pc:sldMkLst>
        <pc:spChg chg="mod">
          <ac:chgData name="Wang Jian-Sheng" userId="7d25d710-0931-49a3-acef-49192cec40f2" providerId="ADAL" clId="{66572D02-9A0D-4195-ADB6-5DBDF78AF6B3}" dt="2026-09-19T02:29:59.840" v="1233" actId="20577"/>
          <ac:spMkLst>
            <pc:docMk/>
            <pc:sldMk cId="729036343" sldId="306"/>
            <ac:spMk id="2" creationId="{D48FAD49-3376-4AA1-9B14-A415C3B88D59}"/>
          </ac:spMkLst>
        </pc:spChg>
        <pc:spChg chg="mod">
          <ac:chgData name="Wang Jian-Sheng" userId="7d25d710-0931-49a3-acef-49192cec40f2" providerId="ADAL" clId="{66572D02-9A0D-4195-ADB6-5DBDF78AF6B3}" dt="2026-09-19T03:08:26.792" v="1825" actId="20577"/>
          <ac:spMkLst>
            <pc:docMk/>
            <pc:sldMk cId="729036343" sldId="306"/>
            <ac:spMk id="5" creationId="{7C4F306E-DC1A-4E10-AFAE-E7D8F2DABA5B}"/>
          </ac:spMkLst>
        </pc:spChg>
      </pc:sldChg>
      <pc:sldChg chg="modSp mod">
        <pc:chgData name="Wang Jian-Sheng" userId="7d25d710-0931-49a3-acef-49192cec40f2" providerId="ADAL" clId="{66572D02-9A0D-4195-ADB6-5DBDF78AF6B3}" dt="2026-09-19T02:32:00.731" v="1291" actId="20577"/>
        <pc:sldMkLst>
          <pc:docMk/>
          <pc:sldMk cId="108694981" sldId="307"/>
        </pc:sldMkLst>
        <pc:spChg chg="mod">
          <ac:chgData name="Wang Jian-Sheng" userId="7d25d710-0931-49a3-acef-49192cec40f2" providerId="ADAL" clId="{66572D02-9A0D-4195-ADB6-5DBDF78AF6B3}" dt="2026-09-19T02:32:00.731" v="1291" actId="20577"/>
          <ac:spMkLst>
            <pc:docMk/>
            <pc:sldMk cId="108694981" sldId="307"/>
            <ac:spMk id="2" creationId="{23E63AF8-2FFE-4BDF-A33D-4C29660FD3F6}"/>
          </ac:spMkLst>
        </pc:spChg>
      </pc:sldChg>
      <pc:sldChg chg="modSp mod">
        <pc:chgData name="Wang Jian-Sheng" userId="7d25d710-0931-49a3-acef-49192cec40f2" providerId="ADAL" clId="{66572D02-9A0D-4195-ADB6-5DBDF78AF6B3}" dt="2026-09-19T02:52:19.224" v="1460" actId="20577"/>
        <pc:sldMkLst>
          <pc:docMk/>
          <pc:sldMk cId="3208573895" sldId="308"/>
        </pc:sldMkLst>
        <pc:spChg chg="mod">
          <ac:chgData name="Wang Jian-Sheng" userId="7d25d710-0931-49a3-acef-49192cec40f2" providerId="ADAL" clId="{66572D02-9A0D-4195-ADB6-5DBDF78AF6B3}" dt="2026-09-19T02:52:19.224" v="1460" actId="20577"/>
          <ac:spMkLst>
            <pc:docMk/>
            <pc:sldMk cId="3208573895" sldId="308"/>
            <ac:spMk id="3" creationId="{649BBC25-EEB3-4AB0-96E2-BCD45FB4BB16}"/>
          </ac:spMkLst>
        </pc:spChg>
      </pc:sldChg>
      <pc:sldChg chg="addSp modSp mod modNotesTx">
        <pc:chgData name="Wang Jian-Sheng" userId="7d25d710-0931-49a3-acef-49192cec40f2" providerId="ADAL" clId="{66572D02-9A0D-4195-ADB6-5DBDF78AF6B3}" dt="2026-09-26T03:08:21.247" v="3761" actId="20577"/>
        <pc:sldMkLst>
          <pc:docMk/>
          <pc:sldMk cId="2359578012" sldId="309"/>
        </pc:sldMkLst>
        <pc:spChg chg="mod">
          <ac:chgData name="Wang Jian-Sheng" userId="7d25d710-0931-49a3-acef-49192cec40f2" providerId="ADAL" clId="{66572D02-9A0D-4195-ADB6-5DBDF78AF6B3}" dt="2026-09-26T03:08:21.247" v="3761" actId="20577"/>
          <ac:spMkLst>
            <pc:docMk/>
            <pc:sldMk cId="2359578012" sldId="309"/>
            <ac:spMk id="2" creationId="{D629F4B2-5B83-4CE4-9F64-C6B1F00848AB}"/>
          </ac:spMkLst>
        </pc:spChg>
        <pc:spChg chg="mod">
          <ac:chgData name="Wang Jian-Sheng" userId="7d25d710-0931-49a3-acef-49192cec40f2" providerId="ADAL" clId="{66572D02-9A0D-4195-ADB6-5DBDF78AF6B3}" dt="2026-09-19T03:11:22.078" v="1848" actId="20577"/>
          <ac:spMkLst>
            <pc:docMk/>
            <pc:sldMk cId="2359578012" sldId="309"/>
            <ac:spMk id="3" creationId="{A4F39299-424B-4D7D-85E2-40D52E826613}"/>
          </ac:spMkLst>
        </pc:spChg>
        <pc:spChg chg="add mod">
          <ac:chgData name="Wang Jian-Sheng" userId="7d25d710-0931-49a3-acef-49192cec40f2" providerId="ADAL" clId="{66572D02-9A0D-4195-ADB6-5DBDF78AF6B3}" dt="2026-09-19T02:16:29.089" v="1025" actId="14100"/>
          <ac:spMkLst>
            <pc:docMk/>
            <pc:sldMk cId="2359578012" sldId="309"/>
            <ac:spMk id="4" creationId="{2BDA37CE-1E60-6903-CF77-C689113EEDC4}"/>
          </ac:spMkLst>
        </pc:spChg>
      </pc:sldChg>
      <pc:sldChg chg="modSp mod">
        <pc:chgData name="Wang Jian-Sheng" userId="7d25d710-0931-49a3-acef-49192cec40f2" providerId="ADAL" clId="{66572D02-9A0D-4195-ADB6-5DBDF78AF6B3}" dt="2026-09-19T02:57:58.153" v="1748" actId="20577"/>
        <pc:sldMkLst>
          <pc:docMk/>
          <pc:sldMk cId="2847271593" sldId="311"/>
        </pc:sldMkLst>
        <pc:spChg chg="mod">
          <ac:chgData name="Wang Jian-Sheng" userId="7d25d710-0931-49a3-acef-49192cec40f2" providerId="ADAL" clId="{66572D02-9A0D-4195-ADB6-5DBDF78AF6B3}" dt="2026-09-19T02:38:35.097" v="1376" actId="20577"/>
          <ac:spMkLst>
            <pc:docMk/>
            <pc:sldMk cId="2847271593" sldId="311"/>
            <ac:spMk id="2" creationId="{E710BCA0-1550-45B1-ADFE-73086739879F}"/>
          </ac:spMkLst>
        </pc:spChg>
        <pc:spChg chg="mod">
          <ac:chgData name="Wang Jian-Sheng" userId="7d25d710-0931-49a3-acef-49192cec40f2" providerId="ADAL" clId="{66572D02-9A0D-4195-ADB6-5DBDF78AF6B3}" dt="2026-09-19T02:57:58.153" v="1748" actId="20577"/>
          <ac:spMkLst>
            <pc:docMk/>
            <pc:sldMk cId="2847271593" sldId="311"/>
            <ac:spMk id="8" creationId="{A2879C6A-81D0-4F22-A8A8-F13CC039F629}"/>
          </ac:spMkLst>
        </pc:spChg>
      </pc:sldChg>
      <pc:sldChg chg="addSp modSp mod">
        <pc:chgData name="Wang Jian-Sheng" userId="7d25d710-0931-49a3-acef-49192cec40f2" providerId="ADAL" clId="{66572D02-9A0D-4195-ADB6-5DBDF78AF6B3}" dt="2026-09-19T03:15:03.961" v="1957" actId="1076"/>
        <pc:sldMkLst>
          <pc:docMk/>
          <pc:sldMk cId="2997646525" sldId="312"/>
        </pc:sldMkLst>
        <pc:spChg chg="mod">
          <ac:chgData name="Wang Jian-Sheng" userId="7d25d710-0931-49a3-acef-49192cec40f2" providerId="ADAL" clId="{66572D02-9A0D-4195-ADB6-5DBDF78AF6B3}" dt="2026-09-19T02:35:55.622" v="1375" actId="20577"/>
          <ac:spMkLst>
            <pc:docMk/>
            <pc:sldMk cId="2997646525" sldId="312"/>
            <ac:spMk id="2" creationId="{943D411C-9E0F-4A87-A680-65E35F7328A9}"/>
          </ac:spMkLst>
        </pc:spChg>
        <pc:spChg chg="add mod">
          <ac:chgData name="Wang Jian-Sheng" userId="7d25d710-0931-49a3-acef-49192cec40f2" providerId="ADAL" clId="{66572D02-9A0D-4195-ADB6-5DBDF78AF6B3}" dt="2026-09-19T03:02:09.667" v="1752" actId="1076"/>
          <ac:spMkLst>
            <pc:docMk/>
            <pc:sldMk cId="2997646525" sldId="312"/>
            <ac:spMk id="4" creationId="{6495F8F1-0289-C2A6-52AD-3ADBF952F635}"/>
          </ac:spMkLst>
        </pc:spChg>
        <pc:spChg chg="add mod">
          <ac:chgData name="Wang Jian-Sheng" userId="7d25d710-0931-49a3-acef-49192cec40f2" providerId="ADAL" clId="{66572D02-9A0D-4195-ADB6-5DBDF78AF6B3}" dt="2026-09-19T03:15:03.961" v="1957" actId="1076"/>
          <ac:spMkLst>
            <pc:docMk/>
            <pc:sldMk cId="2997646525" sldId="312"/>
            <ac:spMk id="6" creationId="{16E5981F-9187-F894-5C9C-5E4B5BF0791F}"/>
          </ac:spMkLst>
        </pc:spChg>
      </pc:sldChg>
      <pc:sldChg chg="modSp mod">
        <pc:chgData name="Wang Jian-Sheng" userId="7d25d710-0931-49a3-acef-49192cec40f2" providerId="ADAL" clId="{66572D02-9A0D-4195-ADB6-5DBDF78AF6B3}" dt="2026-09-19T02:53:06.207" v="1462" actId="14100"/>
        <pc:sldMkLst>
          <pc:docMk/>
          <pc:sldMk cId="831894424" sldId="313"/>
        </pc:sldMkLst>
        <pc:spChg chg="mod">
          <ac:chgData name="Wang Jian-Sheng" userId="7d25d710-0931-49a3-acef-49192cec40f2" providerId="ADAL" clId="{66572D02-9A0D-4195-ADB6-5DBDF78AF6B3}" dt="2026-09-19T02:44:45.906" v="1413" actId="16959"/>
          <ac:spMkLst>
            <pc:docMk/>
            <pc:sldMk cId="831894424" sldId="313"/>
            <ac:spMk id="3" creationId="{13E986C4-66D6-4E08-9A48-C557E43FB45B}"/>
          </ac:spMkLst>
        </pc:spChg>
        <pc:spChg chg="mod">
          <ac:chgData name="Wang Jian-Sheng" userId="7d25d710-0931-49a3-acef-49192cec40f2" providerId="ADAL" clId="{66572D02-9A0D-4195-ADB6-5DBDF78AF6B3}" dt="2026-09-19T02:53:06.207" v="1462" actId="14100"/>
          <ac:spMkLst>
            <pc:docMk/>
            <pc:sldMk cId="831894424" sldId="313"/>
            <ac:spMk id="4" creationId="{628ADA7C-914B-9246-A0D9-428D30678460}"/>
          </ac:spMkLst>
        </pc:spChg>
      </pc:sldChg>
      <pc:sldChg chg="modSp mod">
        <pc:chgData name="Wang Jian-Sheng" userId="7d25d710-0931-49a3-acef-49192cec40f2" providerId="ADAL" clId="{66572D02-9A0D-4195-ADB6-5DBDF78AF6B3}" dt="2026-09-19T02:34:12.305" v="1317" actId="20577"/>
        <pc:sldMkLst>
          <pc:docMk/>
          <pc:sldMk cId="1875225173" sldId="314"/>
        </pc:sldMkLst>
        <pc:spChg chg="mod">
          <ac:chgData name="Wang Jian-Sheng" userId="7d25d710-0931-49a3-acef-49192cec40f2" providerId="ADAL" clId="{66572D02-9A0D-4195-ADB6-5DBDF78AF6B3}" dt="2026-09-19T02:33:46.365" v="1316" actId="27636"/>
          <ac:spMkLst>
            <pc:docMk/>
            <pc:sldMk cId="1875225173" sldId="314"/>
            <ac:spMk id="2" creationId="{EA2C1B18-6EF7-43D4-8119-89388B460CC2}"/>
          </ac:spMkLst>
        </pc:spChg>
        <pc:spChg chg="mod">
          <ac:chgData name="Wang Jian-Sheng" userId="7d25d710-0931-49a3-acef-49192cec40f2" providerId="ADAL" clId="{66572D02-9A0D-4195-ADB6-5DBDF78AF6B3}" dt="2026-09-19T02:34:12.305" v="1317" actId="20577"/>
          <ac:spMkLst>
            <pc:docMk/>
            <pc:sldMk cId="1875225173" sldId="314"/>
            <ac:spMk id="5" creationId="{8FE3A315-B45E-48BF-B009-A934AF3EE65D}"/>
          </ac:spMkLst>
        </pc:spChg>
      </pc:sldChg>
      <pc:sldChg chg="modSp">
        <pc:chgData name="Wang Jian-Sheng" userId="7d25d710-0931-49a3-acef-49192cec40f2" providerId="ADAL" clId="{66572D02-9A0D-4195-ADB6-5DBDF78AF6B3}" dt="2026-09-19T02:35:20.169" v="1373" actId="20577"/>
        <pc:sldMkLst>
          <pc:docMk/>
          <pc:sldMk cId="1676436862" sldId="315"/>
        </pc:sldMkLst>
        <pc:spChg chg="mod">
          <ac:chgData name="Wang Jian-Sheng" userId="7d25d710-0931-49a3-acef-49192cec40f2" providerId="ADAL" clId="{66572D02-9A0D-4195-ADB6-5DBDF78AF6B3}" dt="2026-09-19T02:35:20.169" v="1373" actId="20577"/>
          <ac:spMkLst>
            <pc:docMk/>
            <pc:sldMk cId="1676436862" sldId="315"/>
            <ac:spMk id="5" creationId="{FF6C227D-5395-4659-90FA-F298FCAF9668}"/>
          </ac:spMkLst>
        </pc:spChg>
      </pc:sldChg>
      <pc:sldChg chg="addSp modSp new mod">
        <pc:chgData name="Wang Jian-Sheng" userId="7d25d710-0931-49a3-acef-49192cec40f2" providerId="ADAL" clId="{66572D02-9A0D-4195-ADB6-5DBDF78AF6B3}" dt="2026-09-19T03:38:44.701" v="2429" actId="1076"/>
        <pc:sldMkLst>
          <pc:docMk/>
          <pc:sldMk cId="2840551416" sldId="316"/>
        </pc:sldMkLst>
        <pc:spChg chg="mod">
          <ac:chgData name="Wang Jian-Sheng" userId="7d25d710-0931-49a3-acef-49192cec40f2" providerId="ADAL" clId="{66572D02-9A0D-4195-ADB6-5DBDF78AF6B3}" dt="2026-09-19T03:23:06.121" v="1989" actId="20577"/>
          <ac:spMkLst>
            <pc:docMk/>
            <pc:sldMk cId="2840551416" sldId="316"/>
            <ac:spMk id="2" creationId="{50562389-204A-8E8B-0193-44E614561343}"/>
          </ac:spMkLst>
        </pc:spChg>
        <pc:spChg chg="mod">
          <ac:chgData name="Wang Jian-Sheng" userId="7d25d710-0931-49a3-acef-49192cec40f2" providerId="ADAL" clId="{66572D02-9A0D-4195-ADB6-5DBDF78AF6B3}" dt="2026-09-19T03:34:03.560" v="2334" actId="1076"/>
          <ac:spMkLst>
            <pc:docMk/>
            <pc:sldMk cId="2840551416" sldId="316"/>
            <ac:spMk id="3" creationId="{72C50A9B-4516-D5A2-6B37-2FAD31EC41E7}"/>
          </ac:spMkLst>
        </pc:spChg>
        <pc:spChg chg="add mod">
          <ac:chgData name="Wang Jian-Sheng" userId="7d25d710-0931-49a3-acef-49192cec40f2" providerId="ADAL" clId="{66572D02-9A0D-4195-ADB6-5DBDF78AF6B3}" dt="2026-09-19T03:34:11.715" v="2335" actId="1076"/>
          <ac:spMkLst>
            <pc:docMk/>
            <pc:sldMk cId="2840551416" sldId="316"/>
            <ac:spMk id="4" creationId="{CBE6DC94-7D26-C5B1-29AD-7AFF5A3D8D57}"/>
          </ac:spMkLst>
        </pc:spChg>
        <pc:spChg chg="add mod">
          <ac:chgData name="Wang Jian-Sheng" userId="7d25d710-0931-49a3-acef-49192cec40f2" providerId="ADAL" clId="{66572D02-9A0D-4195-ADB6-5DBDF78AF6B3}" dt="2026-09-19T03:38:44.701" v="2429" actId="1076"/>
          <ac:spMkLst>
            <pc:docMk/>
            <pc:sldMk cId="2840551416" sldId="316"/>
            <ac:spMk id="5" creationId="{54A95B21-1D66-C578-9FD8-CCE6C6109649}"/>
          </ac:spMkLst>
        </pc:spChg>
        <pc:spChg chg="add mod">
          <ac:chgData name="Wang Jian-Sheng" userId="7d25d710-0931-49a3-acef-49192cec40f2" providerId="ADAL" clId="{66572D02-9A0D-4195-ADB6-5DBDF78AF6B3}" dt="2026-09-19T03:36:19.151" v="2391" actId="1076"/>
          <ac:spMkLst>
            <pc:docMk/>
            <pc:sldMk cId="2840551416" sldId="316"/>
            <ac:spMk id="6" creationId="{5D7E0FD0-FDEF-734B-CB9C-059954C21C3B}"/>
          </ac:spMkLst>
        </pc:spChg>
      </pc:sldChg>
      <pc:sldChg chg="addSp delSp modSp new mod">
        <pc:chgData name="Wang Jian-Sheng" userId="7d25d710-0931-49a3-acef-49192cec40f2" providerId="ADAL" clId="{66572D02-9A0D-4195-ADB6-5DBDF78AF6B3}" dt="2026-09-26T03:32:05.488" v="3874" actId="20577"/>
        <pc:sldMkLst>
          <pc:docMk/>
          <pc:sldMk cId="1800611406" sldId="317"/>
        </pc:sldMkLst>
        <pc:spChg chg="mod">
          <ac:chgData name="Wang Jian-Sheng" userId="7d25d710-0931-49a3-acef-49192cec40f2" providerId="ADAL" clId="{66572D02-9A0D-4195-ADB6-5DBDF78AF6B3}" dt="2026-09-26T03:11:10.701" v="3802" actId="20577"/>
          <ac:spMkLst>
            <pc:docMk/>
            <pc:sldMk cId="1800611406" sldId="317"/>
            <ac:spMk id="2" creationId="{35F92F96-B088-8AA4-92E9-FA9A0C910C2E}"/>
          </ac:spMkLst>
        </pc:spChg>
        <pc:spChg chg="add mod">
          <ac:chgData name="Wang Jian-Sheng" userId="7d25d710-0931-49a3-acef-49192cec40f2" providerId="ADAL" clId="{66572D02-9A0D-4195-ADB6-5DBDF78AF6B3}" dt="2026-09-26T03:32:05.488" v="3874" actId="20577"/>
          <ac:spMkLst>
            <pc:docMk/>
            <pc:sldMk cId="1800611406" sldId="317"/>
            <ac:spMk id="3" creationId="{5AAF6C0F-15B3-B591-09A3-9BB34EA68BAD}"/>
          </ac:spMkLst>
        </pc:spChg>
        <pc:spChg chg="add mod">
          <ac:chgData name="Wang Jian-Sheng" userId="7d25d710-0931-49a3-acef-49192cec40f2" providerId="ADAL" clId="{66572D02-9A0D-4195-ADB6-5DBDF78AF6B3}" dt="2026-09-19T03:52:57.666" v="2527" actId="1076"/>
          <ac:spMkLst>
            <pc:docMk/>
            <pc:sldMk cId="1800611406" sldId="317"/>
            <ac:spMk id="4" creationId="{0EB2B38A-582C-3260-5626-BE5C32B786C1}"/>
          </ac:spMkLst>
        </pc:spChg>
      </pc:sldChg>
      <pc:sldChg chg="modSp new mod">
        <pc:chgData name="Wang Jian-Sheng" userId="7d25d710-0931-49a3-acef-49192cec40f2" providerId="ADAL" clId="{66572D02-9A0D-4195-ADB6-5DBDF78AF6B3}" dt="2026-09-26T03:06:03.385" v="3760" actId="20577"/>
        <pc:sldMkLst>
          <pc:docMk/>
          <pc:sldMk cId="1991156545" sldId="318"/>
        </pc:sldMkLst>
        <pc:spChg chg="mod">
          <ac:chgData name="Wang Jian-Sheng" userId="7d25d710-0931-49a3-acef-49192cec40f2" providerId="ADAL" clId="{66572D02-9A0D-4195-ADB6-5DBDF78AF6B3}" dt="2026-09-26T02:30:11.262" v="2535" actId="20577"/>
          <ac:spMkLst>
            <pc:docMk/>
            <pc:sldMk cId="1991156545" sldId="318"/>
            <ac:spMk id="2" creationId="{606129A6-CAC0-1143-8F18-E12A72408B4C}"/>
          </ac:spMkLst>
        </pc:spChg>
        <pc:spChg chg="mod">
          <ac:chgData name="Wang Jian-Sheng" userId="7d25d710-0931-49a3-acef-49192cec40f2" providerId="ADAL" clId="{66572D02-9A0D-4195-ADB6-5DBDF78AF6B3}" dt="2026-09-26T03:06:03.385" v="3760" actId="20577"/>
          <ac:spMkLst>
            <pc:docMk/>
            <pc:sldMk cId="1991156545" sldId="318"/>
            <ac:spMk id="3" creationId="{1B34D2CF-F38C-0974-BCA0-BE81FEE215F8}"/>
          </ac:spMkLst>
        </pc:spChg>
      </pc:sldChg>
      <pc:sldChg chg="modSp new mod">
        <pc:chgData name="Wang Jian-Sheng" userId="7d25d710-0931-49a3-acef-49192cec40f2" providerId="ADAL" clId="{66572D02-9A0D-4195-ADB6-5DBDF78AF6B3}" dt="2026-09-26T03:14:29.791" v="3819" actId="20577"/>
        <pc:sldMkLst>
          <pc:docMk/>
          <pc:sldMk cId="1531545693" sldId="319"/>
        </pc:sldMkLst>
        <pc:spChg chg="mod">
          <ac:chgData name="Wang Jian-Sheng" userId="7d25d710-0931-49a3-acef-49192cec40f2" providerId="ADAL" clId="{66572D02-9A0D-4195-ADB6-5DBDF78AF6B3}" dt="2026-09-26T02:42:46.061" v="2876" actId="20577"/>
          <ac:spMkLst>
            <pc:docMk/>
            <pc:sldMk cId="1531545693" sldId="319"/>
            <ac:spMk id="2" creationId="{79F5382D-4A72-0542-9F3C-E6417F9CCAB6}"/>
          </ac:spMkLst>
        </pc:spChg>
        <pc:spChg chg="mod">
          <ac:chgData name="Wang Jian-Sheng" userId="7d25d710-0931-49a3-acef-49192cec40f2" providerId="ADAL" clId="{66572D02-9A0D-4195-ADB6-5DBDF78AF6B3}" dt="2026-09-26T03:14:29.791" v="3819" actId="20577"/>
          <ac:spMkLst>
            <pc:docMk/>
            <pc:sldMk cId="1531545693" sldId="319"/>
            <ac:spMk id="3" creationId="{2EEA4FC6-1A5F-F958-C8FD-112364FE36C1}"/>
          </ac:spMkLst>
        </pc:spChg>
      </pc:sldChg>
      <pc:sldChg chg="modSp new mod">
        <pc:chgData name="Wang Jian-Sheng" userId="7d25d710-0931-49a3-acef-49192cec40f2" providerId="ADAL" clId="{66572D02-9A0D-4195-ADB6-5DBDF78AF6B3}" dt="2026-09-26T03:10:29.153" v="3782" actId="20577"/>
        <pc:sldMkLst>
          <pc:docMk/>
          <pc:sldMk cId="3737468761" sldId="320"/>
        </pc:sldMkLst>
        <pc:spChg chg="mod">
          <ac:chgData name="Wang Jian-Sheng" userId="7d25d710-0931-49a3-acef-49192cec40f2" providerId="ADAL" clId="{66572D02-9A0D-4195-ADB6-5DBDF78AF6B3}" dt="2026-09-26T02:53:14.573" v="3279" actId="20577"/>
          <ac:spMkLst>
            <pc:docMk/>
            <pc:sldMk cId="3737468761" sldId="320"/>
            <ac:spMk id="2" creationId="{EFBC6B3B-1007-4B5E-CA95-F6320D6734B6}"/>
          </ac:spMkLst>
        </pc:spChg>
        <pc:spChg chg="mod">
          <ac:chgData name="Wang Jian-Sheng" userId="7d25d710-0931-49a3-acef-49192cec40f2" providerId="ADAL" clId="{66572D02-9A0D-4195-ADB6-5DBDF78AF6B3}" dt="2026-09-26T03:10:29.153" v="3782" actId="20577"/>
          <ac:spMkLst>
            <pc:docMk/>
            <pc:sldMk cId="3737468761" sldId="320"/>
            <ac:spMk id="3" creationId="{D49FDB62-6861-296D-8F9C-035BDB58DF2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C5323C-DA4A-438F-B55F-27209206FB23}" type="datetimeFigureOut">
              <a:rPr lang="en-SG" smtClean="0"/>
              <a:t>26/9/2026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96A136-CBA9-41BE-B678-BB635CF2BB0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05566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We assume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SG" dirty="0"/>
                  <a:t> for simplicity.</a:t>
                </a:r>
                <a:r>
                  <a:rPr lang="en-SG" baseline="0" dirty="0"/>
                  <a:t>   \partial h^(t)/\partial h^(0) appears the gradient.</a:t>
                </a:r>
                <a:endParaRPr lang="en-SG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We assume </a:t>
                </a:r>
                <a:r>
                  <a:rPr lang="en-US" b="0" i="0">
                    <a:latin typeface="Cambria Math" panose="02040503050406030204" pitchFamily="18" charset="0"/>
                  </a:rPr>
                  <a:t>𝑊=𝑊^𝑇</a:t>
                </a:r>
                <a:r>
                  <a:rPr lang="en-SG" dirty="0"/>
                  <a:t> for simplicity.</a:t>
                </a:r>
                <a:r>
                  <a:rPr lang="en-SG" baseline="0" dirty="0"/>
                  <a:t>   For general matrix, we can use singular </a:t>
                </a:r>
                <a:r>
                  <a:rPr lang="en-SG" baseline="0"/>
                  <a:t>value decomposition.  </a:t>
                </a:r>
                <a:endParaRPr lang="en-SG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6A136-CBA9-41BE-B678-BB635CF2BB08}" type="slidenum">
              <a:rPr lang="en-SG" smtClean="0"/>
              <a:t>13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369834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https://colah.github.io/posts/2015-08-Understanding-LSTMs/ for a </a:t>
            </a:r>
            <a:r>
              <a:rPr lang="en-US"/>
              <a:t>nice explanation.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6A136-CBA9-41BE-B678-BB635CF2BB08}" type="slidenum">
              <a:rPr lang="en-SG" smtClean="0"/>
              <a:t>14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43704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970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080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336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351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242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182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738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997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64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528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097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9F94C-8A6A-45FE-82A9-DD9AF81D1AD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588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0.png"/><Relationship Id="rId7" Type="http://schemas.openxmlformats.org/officeDocument/2006/relationships/image" Target="../media/image170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11" Type="http://schemas.openxmlformats.org/officeDocument/2006/relationships/image" Target="../media/image21.png"/><Relationship Id="rId5" Type="http://schemas.openxmlformats.org/officeDocument/2006/relationships/image" Target="../media/image150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19" Type="http://schemas.openxmlformats.org/officeDocument/2006/relationships/image" Target="../media/image29.png"/><Relationship Id="rId4" Type="http://schemas.openxmlformats.org/officeDocument/2006/relationships/image" Target="../media/image140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F1026-AD94-4412-BD4F-59BB80E513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811463"/>
            <a:ext cx="77724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Week 8,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Recurrent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2153188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129A6-CAC0-1143-8F18-E12A72408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4D2CF-F38C-0974-BCA0-BE81FEE21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Neural networks for sequential data of variable length (e.g., text) – RNN</a:t>
            </a:r>
          </a:p>
          <a:p>
            <a:r>
              <a:rPr lang="en-US" dirty="0"/>
              <a:t>Parameter sharing over time</a:t>
            </a:r>
          </a:p>
          <a:p>
            <a:endParaRPr lang="en-US" dirty="0"/>
          </a:p>
          <a:p>
            <a:r>
              <a:rPr lang="en-US" dirty="0"/>
              <a:t>Probability models for sequential data</a:t>
            </a:r>
          </a:p>
          <a:p>
            <a:endParaRPr lang="en-US" dirty="0"/>
          </a:p>
          <a:p>
            <a:r>
              <a:rPr lang="en-US" dirty="0"/>
              <a:t>Vanishing and exploding gradients;  long short-term memory (LSTM) networks to overcome them</a:t>
            </a:r>
          </a:p>
          <a:p>
            <a:endParaRPr lang="en-US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91156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41597-BE87-4FFC-BF41-FF7271A1F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sequential data 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C924D-4654-4B6C-8AF8-EF6508255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Time series, such as audio or stock prices</a:t>
            </a:r>
          </a:p>
          <a:p>
            <a:pPr lvl="1"/>
            <a:r>
              <a:rPr lang="en-US" dirty="0"/>
              <a:t>Video</a:t>
            </a:r>
          </a:p>
          <a:p>
            <a:pPr lvl="1"/>
            <a:r>
              <a:rPr lang="en-US" dirty="0"/>
              <a:t>Natural language processing</a:t>
            </a:r>
          </a:p>
          <a:p>
            <a:pPr lvl="1"/>
            <a:r>
              <a:rPr lang="en-US" dirty="0"/>
              <a:t>Predicting the next state for a dynamic system</a:t>
            </a:r>
          </a:p>
          <a:p>
            <a:pPr lvl="1"/>
            <a:r>
              <a:rPr lang="en-US" dirty="0"/>
              <a:t>…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46017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5800563-2C3B-498C-BBE0-843B0B9DB345}"/>
              </a:ext>
            </a:extLst>
          </p:cNvPr>
          <p:cNvCxnSpPr/>
          <p:nvPr/>
        </p:nvCxnSpPr>
        <p:spPr>
          <a:xfrm flipV="1">
            <a:off x="1822267" y="2952206"/>
            <a:ext cx="0" cy="1822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87F1D1B-674A-46BA-91B5-B93B51610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Recurrent neural network (RNN)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90584934-63E7-489A-9AE2-3950F5D18C47}"/>
                  </a:ext>
                </a:extLst>
              </p:cNvPr>
              <p:cNvSpPr/>
              <p:nvPr/>
            </p:nvSpPr>
            <p:spPr>
              <a:xfrm>
                <a:off x="1456509" y="3513909"/>
                <a:ext cx="744582" cy="74458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Hidden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SG" sz="1100" i="1" dirty="0"/>
              </a:p>
            </p:txBody>
          </p:sp>
        </mc:Choice>
        <mc:Fallback xmlns="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90584934-63E7-489A-9AE2-3950F5D18C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6509" y="3513909"/>
                <a:ext cx="744582" cy="74458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5AF8F5AD-CE6B-4B25-9D4F-E39F6F423FEA}"/>
              </a:ext>
            </a:extLst>
          </p:cNvPr>
          <p:cNvSpPr/>
          <p:nvPr/>
        </p:nvSpPr>
        <p:spPr>
          <a:xfrm>
            <a:off x="855617" y="3827415"/>
            <a:ext cx="150223" cy="156755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7AF46C7-6C16-4EFE-86F6-7C065DBE2E06}"/>
              </a:ext>
            </a:extLst>
          </p:cNvPr>
          <p:cNvSpPr/>
          <p:nvPr/>
        </p:nvSpPr>
        <p:spPr>
          <a:xfrm>
            <a:off x="907869" y="3331029"/>
            <a:ext cx="796834" cy="476794"/>
          </a:xfrm>
          <a:custGeom>
            <a:avLst/>
            <a:gdLst>
              <a:gd name="connsiteX0" fmla="*/ 796834 w 796834"/>
              <a:gd name="connsiteY0" fmla="*/ 143691 h 476794"/>
              <a:gd name="connsiteX1" fmla="*/ 764177 w 796834"/>
              <a:gd name="connsiteY1" fmla="*/ 84908 h 476794"/>
              <a:gd name="connsiteX2" fmla="*/ 744582 w 796834"/>
              <a:gd name="connsiteY2" fmla="*/ 71845 h 476794"/>
              <a:gd name="connsiteX3" fmla="*/ 705394 w 796834"/>
              <a:gd name="connsiteY3" fmla="*/ 32657 h 476794"/>
              <a:gd name="connsiteX4" fmla="*/ 666205 w 796834"/>
              <a:gd name="connsiteY4" fmla="*/ 26125 h 476794"/>
              <a:gd name="connsiteX5" fmla="*/ 633548 w 796834"/>
              <a:gd name="connsiteY5" fmla="*/ 13062 h 476794"/>
              <a:gd name="connsiteX6" fmla="*/ 568234 w 796834"/>
              <a:gd name="connsiteY6" fmla="*/ 6531 h 476794"/>
              <a:gd name="connsiteX7" fmla="*/ 515982 w 796834"/>
              <a:gd name="connsiteY7" fmla="*/ 0 h 476794"/>
              <a:gd name="connsiteX8" fmla="*/ 326571 w 796834"/>
              <a:gd name="connsiteY8" fmla="*/ 6531 h 476794"/>
              <a:gd name="connsiteX9" fmla="*/ 306977 w 796834"/>
              <a:gd name="connsiteY9" fmla="*/ 13062 h 476794"/>
              <a:gd name="connsiteX10" fmla="*/ 248194 w 796834"/>
              <a:gd name="connsiteY10" fmla="*/ 26125 h 476794"/>
              <a:gd name="connsiteX11" fmla="*/ 209005 w 796834"/>
              <a:gd name="connsiteY11" fmla="*/ 58782 h 476794"/>
              <a:gd name="connsiteX12" fmla="*/ 169817 w 796834"/>
              <a:gd name="connsiteY12" fmla="*/ 84908 h 476794"/>
              <a:gd name="connsiteX13" fmla="*/ 163285 w 796834"/>
              <a:gd name="connsiteY13" fmla="*/ 104502 h 476794"/>
              <a:gd name="connsiteX14" fmla="*/ 130628 w 796834"/>
              <a:gd name="connsiteY14" fmla="*/ 143691 h 476794"/>
              <a:gd name="connsiteX15" fmla="*/ 111034 w 796834"/>
              <a:gd name="connsiteY15" fmla="*/ 156754 h 476794"/>
              <a:gd name="connsiteX16" fmla="*/ 97971 w 796834"/>
              <a:gd name="connsiteY16" fmla="*/ 176348 h 476794"/>
              <a:gd name="connsiteX17" fmla="*/ 78377 w 796834"/>
              <a:gd name="connsiteY17" fmla="*/ 195942 h 476794"/>
              <a:gd name="connsiteX18" fmla="*/ 52251 w 796834"/>
              <a:gd name="connsiteY18" fmla="*/ 235131 h 476794"/>
              <a:gd name="connsiteX19" fmla="*/ 45720 w 796834"/>
              <a:gd name="connsiteY19" fmla="*/ 254725 h 476794"/>
              <a:gd name="connsiteX20" fmla="*/ 19594 w 796834"/>
              <a:gd name="connsiteY20" fmla="*/ 313508 h 476794"/>
              <a:gd name="connsiteX21" fmla="*/ 0 w 796834"/>
              <a:gd name="connsiteY21" fmla="*/ 444137 h 476794"/>
              <a:gd name="connsiteX22" fmla="*/ 0 w 796834"/>
              <a:gd name="connsiteY22" fmla="*/ 476794 h 476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796834" h="476794">
                <a:moveTo>
                  <a:pt x="796834" y="143691"/>
                </a:moveTo>
                <a:cubicBezTo>
                  <a:pt x="786102" y="116862"/>
                  <a:pt x="784887" y="105618"/>
                  <a:pt x="764177" y="84908"/>
                </a:cubicBezTo>
                <a:cubicBezTo>
                  <a:pt x="758626" y="79357"/>
                  <a:pt x="751114" y="76199"/>
                  <a:pt x="744582" y="71845"/>
                </a:cubicBezTo>
                <a:cubicBezTo>
                  <a:pt x="732916" y="54345"/>
                  <a:pt x="727490" y="41495"/>
                  <a:pt x="705394" y="32657"/>
                </a:cubicBezTo>
                <a:cubicBezTo>
                  <a:pt x="693098" y="27739"/>
                  <a:pt x="679268" y="28302"/>
                  <a:pt x="666205" y="26125"/>
                </a:cubicBezTo>
                <a:cubicBezTo>
                  <a:pt x="655319" y="21771"/>
                  <a:pt x="645045" y="15361"/>
                  <a:pt x="633548" y="13062"/>
                </a:cubicBezTo>
                <a:cubicBezTo>
                  <a:pt x="612093" y="8771"/>
                  <a:pt x="589980" y="8947"/>
                  <a:pt x="568234" y="6531"/>
                </a:cubicBezTo>
                <a:cubicBezTo>
                  <a:pt x="550788" y="4593"/>
                  <a:pt x="533399" y="2177"/>
                  <a:pt x="515982" y="0"/>
                </a:cubicBezTo>
                <a:cubicBezTo>
                  <a:pt x="452845" y="2177"/>
                  <a:pt x="389623" y="2591"/>
                  <a:pt x="326571" y="6531"/>
                </a:cubicBezTo>
                <a:cubicBezTo>
                  <a:pt x="319700" y="6960"/>
                  <a:pt x="313597" y="11171"/>
                  <a:pt x="306977" y="13062"/>
                </a:cubicBezTo>
                <a:cubicBezTo>
                  <a:pt x="285445" y="19214"/>
                  <a:pt x="270654" y="21633"/>
                  <a:pt x="248194" y="26125"/>
                </a:cubicBezTo>
                <a:cubicBezTo>
                  <a:pt x="178178" y="72804"/>
                  <a:pt x="284440" y="111"/>
                  <a:pt x="209005" y="58782"/>
                </a:cubicBezTo>
                <a:cubicBezTo>
                  <a:pt x="196613" y="68421"/>
                  <a:pt x="169817" y="84908"/>
                  <a:pt x="169817" y="84908"/>
                </a:cubicBezTo>
                <a:cubicBezTo>
                  <a:pt x="167640" y="91439"/>
                  <a:pt x="166364" y="98344"/>
                  <a:pt x="163285" y="104502"/>
                </a:cubicBezTo>
                <a:cubicBezTo>
                  <a:pt x="155945" y="119183"/>
                  <a:pt x="143011" y="133372"/>
                  <a:pt x="130628" y="143691"/>
                </a:cubicBezTo>
                <a:cubicBezTo>
                  <a:pt x="124598" y="148716"/>
                  <a:pt x="117565" y="152400"/>
                  <a:pt x="111034" y="156754"/>
                </a:cubicBezTo>
                <a:cubicBezTo>
                  <a:pt x="106680" y="163285"/>
                  <a:pt x="102996" y="170318"/>
                  <a:pt x="97971" y="176348"/>
                </a:cubicBezTo>
                <a:cubicBezTo>
                  <a:pt x="92058" y="183444"/>
                  <a:pt x="83501" y="188257"/>
                  <a:pt x="78377" y="195942"/>
                </a:cubicBezTo>
                <a:cubicBezTo>
                  <a:pt x="40568" y="252656"/>
                  <a:pt x="114755" y="172627"/>
                  <a:pt x="52251" y="235131"/>
                </a:cubicBezTo>
                <a:cubicBezTo>
                  <a:pt x="50074" y="241662"/>
                  <a:pt x="48799" y="248567"/>
                  <a:pt x="45720" y="254725"/>
                </a:cubicBezTo>
                <a:cubicBezTo>
                  <a:pt x="29078" y="288009"/>
                  <a:pt x="28020" y="262957"/>
                  <a:pt x="19594" y="313508"/>
                </a:cubicBezTo>
                <a:cubicBezTo>
                  <a:pt x="14424" y="344528"/>
                  <a:pt x="0" y="429189"/>
                  <a:pt x="0" y="444137"/>
                </a:cubicBezTo>
                <a:lnTo>
                  <a:pt x="0" y="476794"/>
                </a:ln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DC23D02-E0A4-49A6-95D9-D41C3A730864}"/>
              </a:ext>
            </a:extLst>
          </p:cNvPr>
          <p:cNvSpPr/>
          <p:nvPr/>
        </p:nvSpPr>
        <p:spPr>
          <a:xfrm>
            <a:off x="914400" y="4056017"/>
            <a:ext cx="783771" cy="470263"/>
          </a:xfrm>
          <a:custGeom>
            <a:avLst/>
            <a:gdLst>
              <a:gd name="connsiteX0" fmla="*/ 0 w 783771"/>
              <a:gd name="connsiteY0" fmla="*/ 0 h 470263"/>
              <a:gd name="connsiteX1" fmla="*/ 6531 w 783771"/>
              <a:gd name="connsiteY1" fmla="*/ 32657 h 470263"/>
              <a:gd name="connsiteX2" fmla="*/ 19594 w 783771"/>
              <a:gd name="connsiteY2" fmla="*/ 163286 h 470263"/>
              <a:gd name="connsiteX3" fmla="*/ 32657 w 783771"/>
              <a:gd name="connsiteY3" fmla="*/ 202474 h 470263"/>
              <a:gd name="connsiteX4" fmla="*/ 58783 w 783771"/>
              <a:gd name="connsiteY4" fmla="*/ 241663 h 470263"/>
              <a:gd name="connsiteX5" fmla="*/ 71846 w 783771"/>
              <a:gd name="connsiteY5" fmla="*/ 280852 h 470263"/>
              <a:gd name="connsiteX6" fmla="*/ 111034 w 783771"/>
              <a:gd name="connsiteY6" fmla="*/ 320040 h 470263"/>
              <a:gd name="connsiteX7" fmla="*/ 130629 w 783771"/>
              <a:gd name="connsiteY7" fmla="*/ 339634 h 470263"/>
              <a:gd name="connsiteX8" fmla="*/ 156754 w 783771"/>
              <a:gd name="connsiteY8" fmla="*/ 352697 h 470263"/>
              <a:gd name="connsiteX9" fmla="*/ 176349 w 783771"/>
              <a:gd name="connsiteY9" fmla="*/ 372292 h 470263"/>
              <a:gd name="connsiteX10" fmla="*/ 222069 w 783771"/>
              <a:gd name="connsiteY10" fmla="*/ 391886 h 470263"/>
              <a:gd name="connsiteX11" fmla="*/ 241663 w 783771"/>
              <a:gd name="connsiteY11" fmla="*/ 411480 h 470263"/>
              <a:gd name="connsiteX12" fmla="*/ 293914 w 783771"/>
              <a:gd name="connsiteY12" fmla="*/ 424543 h 470263"/>
              <a:gd name="connsiteX13" fmla="*/ 339634 w 783771"/>
              <a:gd name="connsiteY13" fmla="*/ 450669 h 470263"/>
              <a:gd name="connsiteX14" fmla="*/ 372291 w 783771"/>
              <a:gd name="connsiteY14" fmla="*/ 457200 h 470263"/>
              <a:gd name="connsiteX15" fmla="*/ 391886 w 783771"/>
              <a:gd name="connsiteY15" fmla="*/ 463732 h 470263"/>
              <a:gd name="connsiteX16" fmla="*/ 424543 w 783771"/>
              <a:gd name="connsiteY16" fmla="*/ 470263 h 470263"/>
              <a:gd name="connsiteX17" fmla="*/ 548640 w 783771"/>
              <a:gd name="connsiteY17" fmla="*/ 457200 h 470263"/>
              <a:gd name="connsiteX18" fmla="*/ 568234 w 783771"/>
              <a:gd name="connsiteY18" fmla="*/ 450669 h 470263"/>
              <a:gd name="connsiteX19" fmla="*/ 607423 w 783771"/>
              <a:gd name="connsiteY19" fmla="*/ 431074 h 470263"/>
              <a:gd name="connsiteX20" fmla="*/ 627017 w 783771"/>
              <a:gd name="connsiteY20" fmla="*/ 418012 h 470263"/>
              <a:gd name="connsiteX21" fmla="*/ 646611 w 783771"/>
              <a:gd name="connsiteY21" fmla="*/ 411480 h 470263"/>
              <a:gd name="connsiteX22" fmla="*/ 685800 w 783771"/>
              <a:gd name="connsiteY22" fmla="*/ 391886 h 470263"/>
              <a:gd name="connsiteX23" fmla="*/ 744583 w 783771"/>
              <a:gd name="connsiteY23" fmla="*/ 346166 h 470263"/>
              <a:gd name="connsiteX24" fmla="*/ 757646 w 783771"/>
              <a:gd name="connsiteY24" fmla="*/ 326572 h 470263"/>
              <a:gd name="connsiteX25" fmla="*/ 764177 w 783771"/>
              <a:gd name="connsiteY25" fmla="*/ 306977 h 470263"/>
              <a:gd name="connsiteX26" fmla="*/ 770709 w 783771"/>
              <a:gd name="connsiteY26" fmla="*/ 280852 h 470263"/>
              <a:gd name="connsiteX27" fmla="*/ 783771 w 783771"/>
              <a:gd name="connsiteY27" fmla="*/ 261257 h 47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783771" h="470263">
                <a:moveTo>
                  <a:pt x="0" y="0"/>
                </a:moveTo>
                <a:cubicBezTo>
                  <a:pt x="2177" y="10886"/>
                  <a:pt x="5234" y="21632"/>
                  <a:pt x="6531" y="32657"/>
                </a:cubicBezTo>
                <a:cubicBezTo>
                  <a:pt x="9107" y="54549"/>
                  <a:pt x="13437" y="134551"/>
                  <a:pt x="19594" y="163286"/>
                </a:cubicBezTo>
                <a:cubicBezTo>
                  <a:pt x="22479" y="176750"/>
                  <a:pt x="25019" y="191017"/>
                  <a:pt x="32657" y="202474"/>
                </a:cubicBezTo>
                <a:lnTo>
                  <a:pt x="58783" y="241663"/>
                </a:lnTo>
                <a:cubicBezTo>
                  <a:pt x="63137" y="254726"/>
                  <a:pt x="62109" y="271115"/>
                  <a:pt x="71846" y="280852"/>
                </a:cubicBezTo>
                <a:lnTo>
                  <a:pt x="111034" y="320040"/>
                </a:lnTo>
                <a:cubicBezTo>
                  <a:pt x="117566" y="326571"/>
                  <a:pt x="122367" y="335503"/>
                  <a:pt x="130629" y="339634"/>
                </a:cubicBezTo>
                <a:cubicBezTo>
                  <a:pt x="139337" y="343988"/>
                  <a:pt x="148831" y="347038"/>
                  <a:pt x="156754" y="352697"/>
                </a:cubicBezTo>
                <a:cubicBezTo>
                  <a:pt x="164271" y="358066"/>
                  <a:pt x="168832" y="366923"/>
                  <a:pt x="176349" y="372292"/>
                </a:cubicBezTo>
                <a:cubicBezTo>
                  <a:pt x="190471" y="382379"/>
                  <a:pt x="206081" y="386556"/>
                  <a:pt x="222069" y="391886"/>
                </a:cubicBezTo>
                <a:cubicBezTo>
                  <a:pt x="228600" y="398417"/>
                  <a:pt x="233978" y="406356"/>
                  <a:pt x="241663" y="411480"/>
                </a:cubicBezTo>
                <a:cubicBezTo>
                  <a:pt x="250273" y="417220"/>
                  <a:pt x="289199" y="423600"/>
                  <a:pt x="293914" y="424543"/>
                </a:cubicBezTo>
                <a:cubicBezTo>
                  <a:pt x="308246" y="434097"/>
                  <a:pt x="323064" y="445146"/>
                  <a:pt x="339634" y="450669"/>
                </a:cubicBezTo>
                <a:cubicBezTo>
                  <a:pt x="350166" y="454180"/>
                  <a:pt x="361521" y="454508"/>
                  <a:pt x="372291" y="457200"/>
                </a:cubicBezTo>
                <a:cubicBezTo>
                  <a:pt x="378970" y="458870"/>
                  <a:pt x="385207" y="462062"/>
                  <a:pt x="391886" y="463732"/>
                </a:cubicBezTo>
                <a:cubicBezTo>
                  <a:pt x="402656" y="466424"/>
                  <a:pt x="413657" y="468086"/>
                  <a:pt x="424543" y="470263"/>
                </a:cubicBezTo>
                <a:cubicBezTo>
                  <a:pt x="478807" y="466387"/>
                  <a:pt x="503547" y="468473"/>
                  <a:pt x="548640" y="457200"/>
                </a:cubicBezTo>
                <a:cubicBezTo>
                  <a:pt x="555319" y="455530"/>
                  <a:pt x="561703" y="452846"/>
                  <a:pt x="568234" y="450669"/>
                </a:cubicBezTo>
                <a:cubicBezTo>
                  <a:pt x="624387" y="413235"/>
                  <a:pt x="553344" y="458114"/>
                  <a:pt x="607423" y="431074"/>
                </a:cubicBezTo>
                <a:cubicBezTo>
                  <a:pt x="614444" y="427564"/>
                  <a:pt x="619996" y="421522"/>
                  <a:pt x="627017" y="418012"/>
                </a:cubicBezTo>
                <a:cubicBezTo>
                  <a:pt x="633175" y="414933"/>
                  <a:pt x="640453" y="414559"/>
                  <a:pt x="646611" y="411480"/>
                </a:cubicBezTo>
                <a:cubicBezTo>
                  <a:pt x="697249" y="386161"/>
                  <a:pt x="636558" y="408299"/>
                  <a:pt x="685800" y="391886"/>
                </a:cubicBezTo>
                <a:cubicBezTo>
                  <a:pt x="713110" y="373679"/>
                  <a:pt x="725398" y="369188"/>
                  <a:pt x="744583" y="346166"/>
                </a:cubicBezTo>
                <a:cubicBezTo>
                  <a:pt x="749608" y="340136"/>
                  <a:pt x="753292" y="333103"/>
                  <a:pt x="757646" y="326572"/>
                </a:cubicBezTo>
                <a:cubicBezTo>
                  <a:pt x="759823" y="320040"/>
                  <a:pt x="762286" y="313597"/>
                  <a:pt x="764177" y="306977"/>
                </a:cubicBezTo>
                <a:cubicBezTo>
                  <a:pt x="766643" y="298346"/>
                  <a:pt x="767173" y="289103"/>
                  <a:pt x="770709" y="280852"/>
                </a:cubicBezTo>
                <a:cubicBezTo>
                  <a:pt x="773801" y="273637"/>
                  <a:pt x="783771" y="261257"/>
                  <a:pt x="783771" y="261257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3E9051E-5AB7-4701-A6B9-6D3508D03789}"/>
              </a:ext>
            </a:extLst>
          </p:cNvPr>
          <p:cNvSpPr/>
          <p:nvPr/>
        </p:nvSpPr>
        <p:spPr>
          <a:xfrm>
            <a:off x="1574074" y="4330337"/>
            <a:ext cx="143692" cy="124097"/>
          </a:xfrm>
          <a:custGeom>
            <a:avLst/>
            <a:gdLst>
              <a:gd name="connsiteX0" fmla="*/ 0 w 143692"/>
              <a:gd name="connsiteY0" fmla="*/ 32657 h 124097"/>
              <a:gd name="connsiteX1" fmla="*/ 65315 w 143692"/>
              <a:gd name="connsiteY1" fmla="*/ 19594 h 124097"/>
              <a:gd name="connsiteX2" fmla="*/ 104503 w 143692"/>
              <a:gd name="connsiteY2" fmla="*/ 0 h 124097"/>
              <a:gd name="connsiteX3" fmla="*/ 117566 w 143692"/>
              <a:gd name="connsiteY3" fmla="*/ 26126 h 124097"/>
              <a:gd name="connsiteX4" fmla="*/ 124097 w 143692"/>
              <a:gd name="connsiteY4" fmla="*/ 65314 h 124097"/>
              <a:gd name="connsiteX5" fmla="*/ 130629 w 143692"/>
              <a:gd name="connsiteY5" fmla="*/ 84909 h 124097"/>
              <a:gd name="connsiteX6" fmla="*/ 143692 w 143692"/>
              <a:gd name="connsiteY6" fmla="*/ 124097 h 124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3692" h="124097">
                <a:moveTo>
                  <a:pt x="0" y="32657"/>
                </a:moveTo>
                <a:cubicBezTo>
                  <a:pt x="16856" y="30249"/>
                  <a:pt x="47073" y="28715"/>
                  <a:pt x="65315" y="19594"/>
                </a:cubicBezTo>
                <a:cubicBezTo>
                  <a:pt x="115964" y="-5730"/>
                  <a:pt x="55249" y="16420"/>
                  <a:pt x="104503" y="0"/>
                </a:cubicBezTo>
                <a:cubicBezTo>
                  <a:pt x="108857" y="8709"/>
                  <a:pt x="114768" y="16800"/>
                  <a:pt x="117566" y="26126"/>
                </a:cubicBezTo>
                <a:cubicBezTo>
                  <a:pt x="121371" y="38810"/>
                  <a:pt x="121224" y="52387"/>
                  <a:pt x="124097" y="65314"/>
                </a:cubicBezTo>
                <a:cubicBezTo>
                  <a:pt x="125591" y="72035"/>
                  <a:pt x="128738" y="78289"/>
                  <a:pt x="130629" y="84909"/>
                </a:cubicBezTo>
                <a:cubicBezTo>
                  <a:pt x="140912" y="120899"/>
                  <a:pt x="131751" y="100216"/>
                  <a:pt x="143692" y="124097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887D6893-1B2F-47A5-ACFF-021553E625FA}"/>
              </a:ext>
            </a:extLst>
          </p:cNvPr>
          <p:cNvSpPr/>
          <p:nvPr/>
        </p:nvSpPr>
        <p:spPr>
          <a:xfrm>
            <a:off x="2737502" y="3827415"/>
            <a:ext cx="476795" cy="1567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C25331-953D-4613-932A-141F49A72024}"/>
              </a:ext>
            </a:extLst>
          </p:cNvPr>
          <p:cNvSpPr txBox="1"/>
          <p:nvPr/>
        </p:nvSpPr>
        <p:spPr>
          <a:xfrm>
            <a:off x="2521131" y="3278777"/>
            <a:ext cx="953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unfold</a:t>
            </a:r>
            <a:endParaRPr lang="en-SG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9C8A00B-1BDE-49D6-A747-5B43CC1E9C6C}"/>
              </a:ext>
            </a:extLst>
          </p:cNvPr>
          <p:cNvCxnSpPr/>
          <p:nvPr/>
        </p:nvCxnSpPr>
        <p:spPr>
          <a:xfrm flipV="1">
            <a:off x="4125308" y="2954388"/>
            <a:ext cx="0" cy="1822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D3631AE-53B2-4B00-BAF1-C6AB438474C5}"/>
              </a:ext>
            </a:extLst>
          </p:cNvPr>
          <p:cNvSpPr/>
          <p:nvPr/>
        </p:nvSpPr>
        <p:spPr>
          <a:xfrm>
            <a:off x="3759550" y="3516091"/>
            <a:ext cx="744582" cy="7445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Hidden state 1</a:t>
            </a:r>
            <a:endParaRPr lang="en-SG" sz="1100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CEBDA59-00BE-421B-8478-00C11784068D}"/>
              </a:ext>
            </a:extLst>
          </p:cNvPr>
          <p:cNvCxnSpPr/>
          <p:nvPr/>
        </p:nvCxnSpPr>
        <p:spPr>
          <a:xfrm flipV="1">
            <a:off x="5286088" y="2947854"/>
            <a:ext cx="0" cy="1822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5373E82-8968-4F0F-A91D-27FEFA7D8EF4}"/>
              </a:ext>
            </a:extLst>
          </p:cNvPr>
          <p:cNvSpPr/>
          <p:nvPr/>
        </p:nvSpPr>
        <p:spPr>
          <a:xfrm>
            <a:off x="4920330" y="3509557"/>
            <a:ext cx="744582" cy="7445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Hidden state 2</a:t>
            </a:r>
            <a:endParaRPr lang="en-SG" sz="11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1381A3E-DFCD-448E-B68E-474746D9D465}"/>
              </a:ext>
            </a:extLst>
          </p:cNvPr>
          <p:cNvCxnSpPr/>
          <p:nvPr/>
        </p:nvCxnSpPr>
        <p:spPr>
          <a:xfrm flipV="1">
            <a:off x="6455209" y="2947852"/>
            <a:ext cx="0" cy="1822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B600760-91F5-44FA-B308-049C498F45E7}"/>
              </a:ext>
            </a:extLst>
          </p:cNvPr>
          <p:cNvSpPr/>
          <p:nvPr/>
        </p:nvSpPr>
        <p:spPr>
          <a:xfrm>
            <a:off x="6089451" y="3509555"/>
            <a:ext cx="744582" cy="7445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Hidden state 3</a:t>
            </a:r>
            <a:endParaRPr lang="en-SG" sz="1100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A4144CC-4911-4C03-84F9-E1FDFADD9D20}"/>
              </a:ext>
            </a:extLst>
          </p:cNvPr>
          <p:cNvCxnSpPr/>
          <p:nvPr/>
        </p:nvCxnSpPr>
        <p:spPr>
          <a:xfrm flipV="1">
            <a:off x="7632118" y="2947853"/>
            <a:ext cx="0" cy="1822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D22F5F3A-E01D-4032-BE7E-E36A0B3622E6}"/>
              </a:ext>
            </a:extLst>
          </p:cNvPr>
          <p:cNvSpPr/>
          <p:nvPr/>
        </p:nvSpPr>
        <p:spPr>
          <a:xfrm>
            <a:off x="7266360" y="3509556"/>
            <a:ext cx="744582" cy="7445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Hidden</a:t>
            </a:r>
          </a:p>
          <a:p>
            <a:pPr algn="ctr"/>
            <a:r>
              <a:rPr lang="en-US" sz="1100" dirty="0"/>
              <a:t>state 4</a:t>
            </a:r>
            <a:endParaRPr lang="en-SG" sz="1100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D368BC0-A379-48B3-A258-1E19F3702A96}"/>
              </a:ext>
            </a:extLst>
          </p:cNvPr>
          <p:cNvCxnSpPr>
            <a:cxnSpLocks/>
            <a:stCxn id="27" idx="3"/>
          </p:cNvCxnSpPr>
          <p:nvPr/>
        </p:nvCxnSpPr>
        <p:spPr>
          <a:xfrm flipV="1">
            <a:off x="4504132" y="3881848"/>
            <a:ext cx="391878" cy="653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0DD73C5-3F0F-456B-B7A0-934BD7E29C80}"/>
              </a:ext>
            </a:extLst>
          </p:cNvPr>
          <p:cNvCxnSpPr/>
          <p:nvPr/>
        </p:nvCxnSpPr>
        <p:spPr>
          <a:xfrm flipV="1">
            <a:off x="5679656" y="3879500"/>
            <a:ext cx="391878" cy="653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81FF63A-07DA-404A-950A-B56519298D8B}"/>
              </a:ext>
            </a:extLst>
          </p:cNvPr>
          <p:cNvCxnSpPr/>
          <p:nvPr/>
        </p:nvCxnSpPr>
        <p:spPr>
          <a:xfrm flipV="1">
            <a:off x="6847267" y="3865432"/>
            <a:ext cx="391878" cy="653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846AA65-BFE2-4E84-83FB-644F6E200D98}"/>
              </a:ext>
            </a:extLst>
          </p:cNvPr>
          <p:cNvCxnSpPr/>
          <p:nvPr/>
        </p:nvCxnSpPr>
        <p:spPr>
          <a:xfrm flipV="1">
            <a:off x="8040250" y="3879500"/>
            <a:ext cx="391878" cy="653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2E91A67C-72E5-4BFD-B489-911E33905EDB}"/>
              </a:ext>
            </a:extLst>
          </p:cNvPr>
          <p:cNvSpPr txBox="1"/>
          <p:nvPr/>
        </p:nvSpPr>
        <p:spPr>
          <a:xfrm>
            <a:off x="8515350" y="3648109"/>
            <a:ext cx="646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 . .</a:t>
            </a:r>
            <a:endParaRPr lang="en-SG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71799B7-11CB-4733-A0A7-8BB5B2C00BAF}"/>
              </a:ext>
            </a:extLst>
          </p:cNvPr>
          <p:cNvSpPr txBox="1"/>
          <p:nvPr/>
        </p:nvSpPr>
        <p:spPr>
          <a:xfrm>
            <a:off x="1374364" y="4999338"/>
            <a:ext cx="6612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input                    input 1    input 2    input 3        …</a:t>
            </a:r>
            <a:endParaRPr lang="en-SG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DECE6F1-D46B-4B22-A378-E51F91548821}"/>
              </a:ext>
            </a:extLst>
          </p:cNvPr>
          <p:cNvSpPr txBox="1"/>
          <p:nvPr/>
        </p:nvSpPr>
        <p:spPr>
          <a:xfrm>
            <a:off x="1447748" y="2273941"/>
            <a:ext cx="6465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               </a:t>
            </a:r>
            <a:r>
              <a:rPr lang="en-US" dirty="0" err="1"/>
              <a:t>output</a:t>
            </a:r>
            <a:r>
              <a:rPr lang="en-US" dirty="0"/>
              <a:t> 1   output 2   output 3      …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39273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FAD49-3376-4AA1-9B14-A415C3B88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concrete RNN and its unfolding 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38C529-1421-4956-8B9E-2E3C5EB3B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49" y="2100915"/>
            <a:ext cx="4387889" cy="30765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C4F306E-DC1A-4E10-AFAE-E7D8F2DABA5B}"/>
                  </a:ext>
                </a:extLst>
              </p:cNvPr>
              <p:cNvSpPr txBox="1"/>
              <p:nvPr/>
            </p:nvSpPr>
            <p:spPr>
              <a:xfrm>
                <a:off x="628649" y="5579076"/>
                <a:ext cx="3943351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Figure 10.3 on page 369 from Goodfellow, et al.  Loss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SG" sz="1200" dirty="0"/>
                  <a:t> measures how far each output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𝑜</m:t>
                    </m:r>
                  </m:oMath>
                </a14:m>
                <a:r>
                  <a:rPr lang="en-SG" sz="1200" dirty="0"/>
                  <a:t> is from the training target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SG" sz="1200" dirty="0"/>
                  <a:t>.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SG" sz="1200" dirty="0"/>
                  <a:t> connects input to hidden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lang="en-SG" sz="1200" dirty="0"/>
                  <a:t>,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SG" sz="1200" dirty="0"/>
                  <a:t> hidden to hidden,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SG" sz="1200" dirty="0"/>
                  <a:t> hidden to output.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SG" sz="1200" dirty="0"/>
                  <a:t>,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SG" sz="1200" dirty="0"/>
                  <a:t>,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SG" sz="1200" dirty="0"/>
                  <a:t> are shared across all time steps.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C4F306E-DC1A-4E10-AFAE-E7D8F2DABA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49" y="5579076"/>
                <a:ext cx="3943351" cy="1015663"/>
              </a:xfrm>
              <a:prstGeom prst="rect">
                <a:avLst/>
              </a:prstGeom>
              <a:blipFill>
                <a:blip r:embed="rId3"/>
                <a:stretch>
                  <a:fillRect r="-1236" b="-359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D6BB822-264F-477F-BC88-477A57265429}"/>
                  </a:ext>
                </a:extLst>
              </p:cNvPr>
              <p:cNvSpPr txBox="1"/>
              <p:nvPr/>
            </p:nvSpPr>
            <p:spPr>
              <a:xfrm>
                <a:off x="5097162" y="2045044"/>
                <a:ext cx="3540211" cy="38847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tanh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softmax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dirty="0"/>
              </a:p>
              <a:p>
                <a:endParaRPr lang="en-SG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,⋯,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,⋯,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SG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en-US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model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  <m:r>
                                        <a:rPr lang="en-US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,⋯,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𝜏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dirty="0"/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D6BB822-264F-477F-BC88-477A572654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162" y="2045044"/>
                <a:ext cx="3540211" cy="3884718"/>
              </a:xfrm>
              <a:prstGeom prst="rect">
                <a:avLst/>
              </a:prstGeom>
              <a:blipFill>
                <a:blip r:embed="rId4"/>
                <a:stretch>
                  <a:fillRect r="-757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9036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62389-204A-8E8B-0193-44E614561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PyTorch</a:t>
            </a:r>
            <a:r>
              <a:rPr lang="en-US" dirty="0"/>
              <a:t> code for a simple RNN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50A9B-4516-D5A2-6B37-2FAD31EC4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95" y="2093295"/>
            <a:ext cx="4536737" cy="2671409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en-SG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torch</a:t>
            </a:r>
          </a:p>
          <a:p>
            <a:pPr marL="0" indent="0">
              <a:buNone/>
            </a:pPr>
            <a:r>
              <a:rPr lang="en-SG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SG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torch.nn</a:t>
            </a:r>
            <a:r>
              <a:rPr lang="en-SG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en-SG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</a:t>
            </a:r>
            <a:endParaRPr lang="en-SG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SG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 RNN(</a:t>
            </a:r>
            <a:r>
              <a:rPr lang="en-SG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nn.Module</a:t>
            </a:r>
            <a:r>
              <a:rPr lang="en-SG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en-SG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def __</a:t>
            </a:r>
            <a:r>
              <a:rPr lang="en-SG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SG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__(self, </a:t>
            </a:r>
            <a:r>
              <a:rPr lang="en-SG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n_in</a:t>
            </a:r>
            <a:r>
              <a:rPr lang="en-SG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SG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n_hidden</a:t>
            </a:r>
            <a:r>
              <a:rPr lang="en-SG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SG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n_out</a:t>
            </a:r>
            <a:r>
              <a:rPr lang="en-SG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en-SG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super().__</a:t>
            </a:r>
            <a:r>
              <a:rPr lang="en-SG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SG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  <a:p>
            <a:pPr marL="0" indent="0">
              <a:buNone/>
            </a:pPr>
            <a:r>
              <a:rPr lang="en-SG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SG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self.U</a:t>
            </a:r>
            <a:r>
              <a:rPr lang="en-SG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SG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nn.Linear</a:t>
            </a:r>
            <a:r>
              <a:rPr lang="en-SG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SG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n_in</a:t>
            </a:r>
            <a:r>
              <a:rPr lang="en-SG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SG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n_hidden</a:t>
            </a:r>
            <a:r>
              <a:rPr lang="en-SG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SG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SG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self.W</a:t>
            </a:r>
            <a:r>
              <a:rPr lang="en-SG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SG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nn.Linear</a:t>
            </a:r>
            <a:r>
              <a:rPr lang="en-SG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SG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n_hidden</a:t>
            </a:r>
            <a:r>
              <a:rPr lang="en-SG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SG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n_hidden</a:t>
            </a:r>
            <a:r>
              <a:rPr lang="en-SG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SG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SG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self.V</a:t>
            </a:r>
            <a:r>
              <a:rPr lang="en-SG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SG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nn.Linear</a:t>
            </a:r>
            <a:r>
              <a:rPr lang="en-SG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SG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n_hidden</a:t>
            </a:r>
            <a:r>
              <a:rPr lang="en-SG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SG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n_out</a:t>
            </a:r>
            <a:r>
              <a:rPr lang="en-SG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BE6DC94-7D26-C5B1-29AD-7AFF5A3D8D57}"/>
              </a:ext>
            </a:extLst>
          </p:cNvPr>
          <p:cNvSpPr txBox="1">
            <a:spLocks/>
          </p:cNvSpPr>
          <p:nvPr/>
        </p:nvSpPr>
        <p:spPr>
          <a:xfrm>
            <a:off x="3979248" y="3315196"/>
            <a:ext cx="5462081" cy="4351338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SG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 forward(self, x):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SG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# x: (batch, time, </a:t>
            </a:r>
            <a:r>
              <a:rPr lang="en-SG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n_in</a:t>
            </a:r>
            <a:r>
              <a:rPr lang="en-SG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SG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h = </a:t>
            </a:r>
            <a:r>
              <a:rPr lang="en-SG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torch.zeros</a:t>
            </a:r>
            <a:r>
              <a:rPr lang="en-SG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SG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x.size</a:t>
            </a:r>
            <a:r>
              <a:rPr lang="en-SG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(0), </a:t>
            </a:r>
            <a:r>
              <a:rPr lang="en-SG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self.W.out_features</a:t>
            </a:r>
            <a:r>
              <a:rPr lang="en-SG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SG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outputs = []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SG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t in range(</a:t>
            </a:r>
            <a:r>
              <a:rPr lang="en-SG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x.size</a:t>
            </a:r>
            <a:r>
              <a:rPr lang="en-SG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(1)):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SG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h = </a:t>
            </a:r>
            <a:r>
              <a:rPr lang="en-SG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torch.tanh</a:t>
            </a:r>
            <a:r>
              <a:rPr lang="en-SG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SG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self.U</a:t>
            </a:r>
            <a:r>
              <a:rPr lang="en-SG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(x[:, t, :]) + </a:t>
            </a:r>
            <a:r>
              <a:rPr lang="en-SG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self.W</a:t>
            </a:r>
            <a:r>
              <a:rPr lang="en-SG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(h))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SG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SG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y = </a:t>
            </a:r>
            <a:r>
              <a:rPr lang="en-SG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self.V</a:t>
            </a:r>
            <a:r>
              <a:rPr lang="en-SG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(h)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SG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SG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outputs.append</a:t>
            </a:r>
            <a:r>
              <a:rPr lang="en-SG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(y)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SG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SG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SG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torch.stack</a:t>
            </a:r>
            <a:r>
              <a:rPr lang="en-SG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(outputs, dim=1)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A95B21-1D66-C578-9FD8-CCE6C6109649}"/>
                  </a:ext>
                </a:extLst>
              </p:cNvPr>
              <p:cNvSpPr txBox="1"/>
              <p:nvPr/>
            </p:nvSpPr>
            <p:spPr>
              <a:xfrm>
                <a:off x="5406886" y="1556510"/>
                <a:ext cx="2951922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Forward pass: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tanh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b="0" dirty="0"/>
              </a:p>
              <a:p>
                <a:endParaRPr lang="en-SG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A95B21-1D66-C578-9FD8-CCE6C61096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6886" y="1556510"/>
                <a:ext cx="2951922" cy="1477328"/>
              </a:xfrm>
              <a:prstGeom prst="rect">
                <a:avLst/>
              </a:prstGeom>
              <a:blipFill>
                <a:blip r:embed="rId2"/>
                <a:stretch>
                  <a:fillRect l="-1860" t="-2058" b="-164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7E0FD0-FDEF-734B-CB9C-059954C21C3B}"/>
                  </a:ext>
                </a:extLst>
              </p:cNvPr>
              <p:cNvSpPr txBox="1"/>
              <p:nvPr/>
            </p:nvSpPr>
            <p:spPr>
              <a:xfrm>
                <a:off x="628650" y="5312465"/>
                <a:ext cx="290222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Instantiate affine transforms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SG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SG" dirty="0"/>
                  <a:t>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7E0FD0-FDEF-734B-CB9C-059954C21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5312465"/>
                <a:ext cx="2902227" cy="646331"/>
              </a:xfrm>
              <a:prstGeom prst="rect">
                <a:avLst/>
              </a:prstGeom>
              <a:blipFill>
                <a:blip r:embed="rId3"/>
                <a:stretch>
                  <a:fillRect l="-1681" t="-4717" b="-1415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0551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63AF8-2FFE-4BDF-A33D-4C29660FD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neural networks to represent joint probabilities of sequences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9F30B1-CC42-4324-9012-3C34DBC10D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2324128"/>
                <a:ext cx="7886700" cy="4377117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SG" dirty="0"/>
              </a:p>
              <a:p>
                <a:endParaRPr lang="en-US" dirty="0"/>
              </a:p>
              <a:p>
                <a:r>
                  <a:rPr lang="en-US" dirty="0"/>
                  <a:t>This equation can be applied recursively until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dirty="0"/>
                  <a:t>, i.e.,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SG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2,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:r>
                  <a:rPr lang="en-US" b="0" dirty="0"/>
                  <a:t> …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,⋯,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9F30B1-CC42-4324-9012-3C34DBC10D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324128"/>
                <a:ext cx="7886700" cy="4377117"/>
              </a:xfrm>
              <a:blipFill>
                <a:blip r:embed="rId2"/>
                <a:stretch>
                  <a:fillRect l="-139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694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58635-B35E-4055-B431-A04927665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Markov process 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9BBC25-EEB3-4AB0-96E2-BCD45FB4BB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5547" y="1835353"/>
                <a:ext cx="7886700" cy="4351338"/>
              </a:xfrm>
            </p:spPr>
            <p:txBody>
              <a:bodyPr/>
              <a:lstStyle/>
              <a:p>
                <a:r>
                  <a:rPr lang="en-US" dirty="0"/>
                  <a:t>Assuming that the conditional probability depends only on the immediately preceding state: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,⋯,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9BBC25-EEB3-4AB0-96E2-BCD45FB4BB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5547" y="1835353"/>
                <a:ext cx="7886700" cy="4351338"/>
              </a:xfrm>
              <a:blipFill>
                <a:blip r:embed="rId2"/>
                <a:stretch>
                  <a:fillRect l="-1391" t="-2381" r="-17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71D9EED7-4A55-4216-846F-894665FBEAAC}"/>
                  </a:ext>
                </a:extLst>
              </p:cNvPr>
              <p:cNvSpPr/>
              <p:nvPr/>
            </p:nvSpPr>
            <p:spPr>
              <a:xfrm>
                <a:off x="1554480" y="4467497"/>
                <a:ext cx="463732" cy="4637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71D9EED7-4A55-4216-846F-894665FBEA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80" y="4467497"/>
                <a:ext cx="463732" cy="463732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row: Right 4">
            <a:extLst>
              <a:ext uri="{FF2B5EF4-FFF2-40B4-BE49-F238E27FC236}">
                <a16:creationId xmlns:a16="http://schemas.microsoft.com/office/drawing/2014/main" id="{D59CD457-8409-44E8-A384-6D04D1D66C9E}"/>
              </a:ext>
            </a:extLst>
          </p:cNvPr>
          <p:cNvSpPr/>
          <p:nvPr/>
        </p:nvSpPr>
        <p:spPr>
          <a:xfrm>
            <a:off x="2083526" y="4683035"/>
            <a:ext cx="300445" cy="587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402FDC32-723A-45A9-81E3-F93F5EC7DC23}"/>
                  </a:ext>
                </a:extLst>
              </p:cNvPr>
              <p:cNvSpPr/>
              <p:nvPr/>
            </p:nvSpPr>
            <p:spPr>
              <a:xfrm>
                <a:off x="2536370" y="4476209"/>
                <a:ext cx="463732" cy="4637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402FDC32-723A-45A9-81E3-F93F5EC7DC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6370" y="4476209"/>
                <a:ext cx="463732" cy="463732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rrow: Right 6">
            <a:extLst>
              <a:ext uri="{FF2B5EF4-FFF2-40B4-BE49-F238E27FC236}">
                <a16:creationId xmlns:a16="http://schemas.microsoft.com/office/drawing/2014/main" id="{B99E5576-5A01-497A-8DB9-40305341EC28}"/>
              </a:ext>
            </a:extLst>
          </p:cNvPr>
          <p:cNvSpPr/>
          <p:nvPr/>
        </p:nvSpPr>
        <p:spPr>
          <a:xfrm>
            <a:off x="3065416" y="4691747"/>
            <a:ext cx="300445" cy="587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161BBA7-7BC1-47BE-AB84-2A27985FE3B6}"/>
                  </a:ext>
                </a:extLst>
              </p:cNvPr>
              <p:cNvSpPr/>
              <p:nvPr/>
            </p:nvSpPr>
            <p:spPr>
              <a:xfrm>
                <a:off x="3509550" y="4489272"/>
                <a:ext cx="463732" cy="4637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161BBA7-7BC1-47BE-AB84-2A27985FE3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9550" y="4489272"/>
                <a:ext cx="463732" cy="463732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Arrow: Right 8">
            <a:extLst>
              <a:ext uri="{FF2B5EF4-FFF2-40B4-BE49-F238E27FC236}">
                <a16:creationId xmlns:a16="http://schemas.microsoft.com/office/drawing/2014/main" id="{775FDDD4-FF2B-442E-B9A3-65FAA548D4C6}"/>
              </a:ext>
            </a:extLst>
          </p:cNvPr>
          <p:cNvSpPr/>
          <p:nvPr/>
        </p:nvSpPr>
        <p:spPr>
          <a:xfrm>
            <a:off x="4038596" y="4704810"/>
            <a:ext cx="300445" cy="587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4424E53-A090-4989-ADE0-91D4C27E2BBB}"/>
                  </a:ext>
                </a:extLst>
              </p:cNvPr>
              <p:cNvSpPr/>
              <p:nvPr/>
            </p:nvSpPr>
            <p:spPr>
              <a:xfrm>
                <a:off x="4463132" y="4489272"/>
                <a:ext cx="463732" cy="46373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4424E53-A090-4989-ADE0-91D4C27E2B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3132" y="4489272"/>
                <a:ext cx="463732" cy="463732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rrow: Right 10">
            <a:extLst>
              <a:ext uri="{FF2B5EF4-FFF2-40B4-BE49-F238E27FC236}">
                <a16:creationId xmlns:a16="http://schemas.microsoft.com/office/drawing/2014/main" id="{FAA00568-3BAC-42BB-8E87-35D5A48BF277}"/>
              </a:ext>
            </a:extLst>
          </p:cNvPr>
          <p:cNvSpPr/>
          <p:nvPr/>
        </p:nvSpPr>
        <p:spPr>
          <a:xfrm>
            <a:off x="4992178" y="4704810"/>
            <a:ext cx="300445" cy="587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7F22EDC-EAEE-46CF-A3DF-5ACD498737D4}"/>
              </a:ext>
            </a:extLst>
          </p:cNvPr>
          <p:cNvSpPr/>
          <p:nvPr/>
        </p:nvSpPr>
        <p:spPr>
          <a:xfrm>
            <a:off x="5423248" y="4482741"/>
            <a:ext cx="463732" cy="4637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?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08573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0BCA0-1550-45B1-ADFE-730867398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Fully connected model vs. hidden Markov chain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B62C48-45C2-46F0-A177-074E57C99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1" y="1827568"/>
            <a:ext cx="4767943" cy="26252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7D246A-C198-4FA4-869D-17D04F66B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1" y="4832937"/>
            <a:ext cx="4767943" cy="15101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2879C6A-81D0-4F22-A8A8-F13CC039F629}"/>
              </a:ext>
            </a:extLst>
          </p:cNvPr>
          <p:cNvSpPr txBox="1"/>
          <p:nvPr/>
        </p:nvSpPr>
        <p:spPr>
          <a:xfrm>
            <a:off x="6054634" y="1874520"/>
            <a:ext cx="231865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Directly representing all dependencies becomes inefficient for long sequences. </a:t>
            </a:r>
          </a:p>
          <a:p>
            <a:endParaRPr lang="en-US" dirty="0"/>
          </a:p>
          <a:p>
            <a:r>
              <a:rPr lang="en-US" dirty="0"/>
              <a:t>RNN summarizes the past using a hidden state.  It reuses the same parameters at every time step.</a:t>
            </a:r>
          </a:p>
          <a:p>
            <a:endParaRPr lang="en-US" dirty="0"/>
          </a:p>
          <a:p>
            <a:r>
              <a:rPr lang="en-US" dirty="0"/>
              <a:t>Figures 10.7 &amp; 10.8 of Goodfellow et al.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47271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07596-A587-4579-BE78-4105E8136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 gradient in RNN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29F24-D127-497D-A2F7-01136AC46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29292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C1B18-6EF7-43D4-8119-89388B460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Encoder-decoder sequence-to-sequence architecture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64084C-B0F0-43C3-A6C5-8096672CC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441" y="2031011"/>
            <a:ext cx="4034760" cy="44618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FE3A315-B45E-48BF-B009-A934AF3EE65D}"/>
                  </a:ext>
                </a:extLst>
              </p:cNvPr>
              <p:cNvSpPr txBox="1"/>
              <p:nvPr/>
            </p:nvSpPr>
            <p:spPr>
              <a:xfrm>
                <a:off x="5839097" y="2893423"/>
                <a:ext cx="2181497" cy="26336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Figure 10.12 on page 386 in Goodfellow.   This architecture generates the conditional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,⋯,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</m:d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|</m:t>
                    </m:r>
                  </m:oMath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…,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FE3A315-B45E-48BF-B009-A934AF3EE6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9097" y="2893423"/>
                <a:ext cx="2181497" cy="2633606"/>
              </a:xfrm>
              <a:prstGeom prst="rect">
                <a:avLst/>
              </a:prstGeom>
              <a:blipFill>
                <a:blip r:embed="rId3"/>
                <a:stretch>
                  <a:fillRect l="-2514" t="-1389" r="-7263" b="-208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5225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BC2E9-E668-4733-AEA9-2D6F3823E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translation using RNN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72BB41-EDC2-4845-9E0E-FEE579FFC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41447"/>
            <a:ext cx="8307746" cy="29776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F6C227D-5395-4659-90FA-F298FCAF9668}"/>
                  </a:ext>
                </a:extLst>
              </p:cNvPr>
              <p:cNvSpPr txBox="1"/>
              <p:nvPr/>
            </p:nvSpPr>
            <p:spPr>
              <a:xfrm>
                <a:off x="973181" y="5989320"/>
                <a:ext cx="401682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 network parameters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are shared across time steps.</a:t>
                </a:r>
                <a:endParaRPr lang="en-SG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F6C227D-5395-4659-90FA-F298FCAF96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181" y="5989320"/>
                <a:ext cx="4016829" cy="646331"/>
              </a:xfrm>
              <a:prstGeom prst="rect">
                <a:avLst/>
              </a:prstGeom>
              <a:blipFill>
                <a:blip r:embed="rId3"/>
                <a:stretch>
                  <a:fillRect l="-1366" t="-5660" b="-1320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F00A7DB-639F-4C9C-A5C3-21A32A4DE819}"/>
              </a:ext>
            </a:extLst>
          </p:cNvPr>
          <p:cNvSpPr txBox="1"/>
          <p:nvPr/>
        </p:nvSpPr>
        <p:spPr>
          <a:xfrm>
            <a:off x="7212099" y="5685749"/>
            <a:ext cx="1415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Fig. 12.14 from Bishop, “Deep learning.”</a:t>
            </a:r>
            <a:endParaRPr lang="en-SG" sz="1200" dirty="0"/>
          </a:p>
        </p:txBody>
      </p:sp>
    </p:spTree>
    <p:extLst>
      <p:ext uri="{BB962C8B-B14F-4D97-AF65-F5344CB8AC3E}">
        <p14:creationId xmlns:p14="http://schemas.microsoft.com/office/powerpoint/2010/main" val="1676436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9F4B2-5B83-4CE4-9F64-C6B1F0084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Vanishing or exploding gradients in RNNs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F39299-424B-4D7D-85E2-40D52E8266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Ignoring the input and nonlinearity, consider only the hidden states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Iterate, we get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(0)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Using spectral decomposition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Λ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 is orthogonal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(0)</m:t>
                          </m:r>
                        </m:sup>
                      </m:sSup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F39299-424B-4D7D-85E2-40D52E8266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91" t="-238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DA37CE-1E60-6903-CF77-C689113EEDC4}"/>
                  </a:ext>
                </a:extLst>
              </p:cNvPr>
              <p:cNvSpPr txBox="1"/>
              <p:nvPr/>
            </p:nvSpPr>
            <p:spPr>
              <a:xfrm>
                <a:off x="6809362" y="5282287"/>
                <a:ext cx="1809344" cy="14234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SG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SG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/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SG" sz="1400" dirty="0"/>
              </a:p>
              <a:p>
                <a:endParaRPr lang="en-SG" sz="14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SG" sz="1400" dirty="0"/>
                  <a:t> 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SG" sz="1400" dirty="0"/>
                  <a:t>,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sz="1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SG" sz="1400" dirty="0"/>
                  <a:t> 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endParaRPr lang="en-SG" sz="1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DA37CE-1E60-6903-CF77-C689113EED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9362" y="5282287"/>
                <a:ext cx="1809344" cy="1423403"/>
              </a:xfrm>
              <a:prstGeom prst="rect">
                <a:avLst/>
              </a:prstGeom>
              <a:blipFill>
                <a:blip r:embed="rId4"/>
                <a:stretch>
                  <a:fillRect b="-343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9578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D411C-9E0F-4A87-A680-65E35F732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short-term memory (LSTM)</a:t>
            </a:r>
            <a:endParaRPr lang="en-SG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7DBD35D-E131-4745-9D12-4702C957C70A}"/>
              </a:ext>
            </a:extLst>
          </p:cNvPr>
          <p:cNvCxnSpPr>
            <a:cxnSpLocks/>
          </p:cNvCxnSpPr>
          <p:nvPr/>
        </p:nvCxnSpPr>
        <p:spPr>
          <a:xfrm>
            <a:off x="999306" y="4976949"/>
            <a:ext cx="3973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693D1E2-DFED-4385-B1B2-FA2B86F49EAA}"/>
              </a:ext>
            </a:extLst>
          </p:cNvPr>
          <p:cNvCxnSpPr/>
          <p:nvPr/>
        </p:nvCxnSpPr>
        <p:spPr>
          <a:xfrm flipV="1">
            <a:off x="2168434" y="4598126"/>
            <a:ext cx="0" cy="378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29F19C6-8596-40D7-BD1E-2F6F0093CAAD}"/>
              </a:ext>
            </a:extLst>
          </p:cNvPr>
          <p:cNvCxnSpPr/>
          <p:nvPr/>
        </p:nvCxnSpPr>
        <p:spPr>
          <a:xfrm flipV="1">
            <a:off x="3078478" y="4606839"/>
            <a:ext cx="0" cy="378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CE1A872-7D79-48B2-8D63-ED288C307604}"/>
              </a:ext>
            </a:extLst>
          </p:cNvPr>
          <p:cNvCxnSpPr/>
          <p:nvPr/>
        </p:nvCxnSpPr>
        <p:spPr>
          <a:xfrm flipV="1">
            <a:off x="4005939" y="4600305"/>
            <a:ext cx="0" cy="378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E7E6A80-58F3-4E84-AFD0-0FAC4CF893BF}"/>
              </a:ext>
            </a:extLst>
          </p:cNvPr>
          <p:cNvCxnSpPr/>
          <p:nvPr/>
        </p:nvCxnSpPr>
        <p:spPr>
          <a:xfrm flipV="1">
            <a:off x="4972585" y="4606838"/>
            <a:ext cx="0" cy="378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24D55D8-0286-48A2-9AD3-09944211A157}"/>
              </a:ext>
            </a:extLst>
          </p:cNvPr>
          <p:cNvCxnSpPr/>
          <p:nvPr/>
        </p:nvCxnSpPr>
        <p:spPr>
          <a:xfrm flipV="1">
            <a:off x="1685109" y="4992192"/>
            <a:ext cx="0" cy="474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C3B29D5-9BCB-4DAA-A82B-C21955150CCB}"/>
                  </a:ext>
                </a:extLst>
              </p:cNvPr>
              <p:cNvSpPr/>
              <p:nvPr/>
            </p:nvSpPr>
            <p:spPr>
              <a:xfrm>
                <a:off x="1985554" y="4206240"/>
                <a:ext cx="404944" cy="33310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C3B29D5-9BCB-4DAA-A82B-C21955150C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5554" y="4206240"/>
                <a:ext cx="404944" cy="3331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55DC859-25CD-48D6-9992-9BEB02260DF0}"/>
                  </a:ext>
                </a:extLst>
              </p:cNvPr>
              <p:cNvSpPr/>
              <p:nvPr/>
            </p:nvSpPr>
            <p:spPr>
              <a:xfrm>
                <a:off x="2889067" y="4201888"/>
                <a:ext cx="404944" cy="33310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55DC859-25CD-48D6-9992-9BEB02260D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9067" y="4201888"/>
                <a:ext cx="404944" cy="3331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EDC9F01-13D5-43B8-9596-00B309BAFCAE}"/>
                  </a:ext>
                </a:extLst>
              </p:cNvPr>
              <p:cNvSpPr/>
              <p:nvPr/>
            </p:nvSpPr>
            <p:spPr>
              <a:xfrm>
                <a:off x="3690259" y="4195352"/>
                <a:ext cx="679267" cy="33310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tanh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EDC9F01-13D5-43B8-9596-00B309BAFC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0259" y="4195352"/>
                <a:ext cx="679267" cy="3331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57A997E-44EA-41D2-9557-83CFB5FC9CCB}"/>
              </a:ext>
            </a:extLst>
          </p:cNvPr>
          <p:cNvCxnSpPr/>
          <p:nvPr/>
        </p:nvCxnSpPr>
        <p:spPr>
          <a:xfrm>
            <a:off x="1077686" y="3233057"/>
            <a:ext cx="4722223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84F036A-A258-44D5-AEBC-E301799AF0B2}"/>
              </a:ext>
            </a:extLst>
          </p:cNvPr>
          <p:cNvCxnSpPr/>
          <p:nvPr/>
        </p:nvCxnSpPr>
        <p:spPr>
          <a:xfrm flipV="1">
            <a:off x="2168434" y="3317966"/>
            <a:ext cx="0" cy="829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78995A1-F1DD-4E26-B848-459BEA357F1B}"/>
              </a:ext>
            </a:extLst>
          </p:cNvPr>
          <p:cNvCxnSpPr>
            <a:cxnSpLocks/>
          </p:cNvCxnSpPr>
          <p:nvPr/>
        </p:nvCxnSpPr>
        <p:spPr>
          <a:xfrm flipH="1" flipV="1">
            <a:off x="4014644" y="3942799"/>
            <a:ext cx="1" cy="3614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BE06B29-6BF8-468E-A21D-D9C2756BAFAC}"/>
              </a:ext>
            </a:extLst>
          </p:cNvPr>
          <p:cNvCxnSpPr>
            <a:cxnSpLocks/>
          </p:cNvCxnSpPr>
          <p:nvPr/>
        </p:nvCxnSpPr>
        <p:spPr>
          <a:xfrm flipV="1">
            <a:off x="3091539" y="3892732"/>
            <a:ext cx="0" cy="3026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3C3C8E8-DA84-40C6-9922-5258FC390267}"/>
              </a:ext>
            </a:extLst>
          </p:cNvPr>
          <p:cNvCxnSpPr>
            <a:cxnSpLocks/>
          </p:cNvCxnSpPr>
          <p:nvPr/>
        </p:nvCxnSpPr>
        <p:spPr>
          <a:xfrm>
            <a:off x="3091539" y="3892732"/>
            <a:ext cx="8088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191B214-2233-4C2C-AB60-93C869FBDF49}"/>
              </a:ext>
            </a:extLst>
          </p:cNvPr>
          <p:cNvCxnSpPr/>
          <p:nvPr/>
        </p:nvCxnSpPr>
        <p:spPr>
          <a:xfrm>
            <a:off x="4972585" y="3233057"/>
            <a:ext cx="0" cy="6466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B553FA7-9458-4F63-9B07-9069D184AD81}"/>
                  </a:ext>
                </a:extLst>
              </p:cNvPr>
              <p:cNvSpPr/>
              <p:nvPr/>
            </p:nvSpPr>
            <p:spPr>
              <a:xfrm>
                <a:off x="4757046" y="4175760"/>
                <a:ext cx="404944" cy="33310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B553FA7-9458-4F63-9B07-9069D184AD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7046" y="4175760"/>
                <a:ext cx="404944" cy="33310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Oval 39">
            <a:extLst>
              <a:ext uri="{FF2B5EF4-FFF2-40B4-BE49-F238E27FC236}">
                <a16:creationId xmlns:a16="http://schemas.microsoft.com/office/drawing/2014/main" id="{9BC8232F-DD8D-460E-BA97-BCB50B023298}"/>
              </a:ext>
            </a:extLst>
          </p:cNvPr>
          <p:cNvSpPr/>
          <p:nvPr/>
        </p:nvSpPr>
        <p:spPr>
          <a:xfrm>
            <a:off x="2074481" y="3129558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*</a:t>
            </a:r>
            <a:endParaRPr lang="en-SG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997EFC2-8906-47B2-B940-1773D25FA2E9}"/>
              </a:ext>
            </a:extLst>
          </p:cNvPr>
          <p:cNvSpPr/>
          <p:nvPr/>
        </p:nvSpPr>
        <p:spPr>
          <a:xfrm>
            <a:off x="3943136" y="3767295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*</a:t>
            </a:r>
            <a:endParaRPr lang="en-SG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9F24983-7C23-49B6-AF22-903CA0D5B057}"/>
              </a:ext>
            </a:extLst>
          </p:cNvPr>
          <p:cNvSpPr/>
          <p:nvPr/>
        </p:nvSpPr>
        <p:spPr>
          <a:xfrm>
            <a:off x="3936101" y="3162380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  <a:endParaRPr lang="en-SG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054D522-E048-469D-B936-94A27FCBF954}"/>
              </a:ext>
            </a:extLst>
          </p:cNvPr>
          <p:cNvCxnSpPr/>
          <p:nvPr/>
        </p:nvCxnSpPr>
        <p:spPr>
          <a:xfrm flipV="1">
            <a:off x="4014644" y="3400864"/>
            <a:ext cx="0" cy="303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2B256132-6465-4BF8-AC3D-574329C7FF96}"/>
                  </a:ext>
                </a:extLst>
              </p:cNvPr>
              <p:cNvSpPr/>
              <p:nvPr/>
            </p:nvSpPr>
            <p:spPr>
              <a:xfrm>
                <a:off x="4644518" y="3363009"/>
                <a:ext cx="679267" cy="33310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tanh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2B256132-6465-4BF8-AC3D-574329C7FF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518" y="3363009"/>
                <a:ext cx="679267" cy="333102"/>
              </a:xfrm>
              <a:prstGeom prst="rect">
                <a:avLst/>
              </a:prstGeom>
              <a:blipFill>
                <a:blip r:embed="rId7"/>
                <a:stretch>
                  <a:fillRect l="-88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Oval 48">
            <a:extLst>
              <a:ext uri="{FF2B5EF4-FFF2-40B4-BE49-F238E27FC236}">
                <a16:creationId xmlns:a16="http://schemas.microsoft.com/office/drawing/2014/main" id="{3F7E8059-B010-4397-8B13-1A33E4A2BFFA}"/>
              </a:ext>
            </a:extLst>
          </p:cNvPr>
          <p:cNvSpPr/>
          <p:nvPr/>
        </p:nvSpPr>
        <p:spPr>
          <a:xfrm>
            <a:off x="4885669" y="3879836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*</a:t>
            </a:r>
            <a:endParaRPr lang="en-SG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E9441A1-B68A-4674-BDCD-69E18295E602}"/>
              </a:ext>
            </a:extLst>
          </p:cNvPr>
          <p:cNvCxnSpPr/>
          <p:nvPr/>
        </p:nvCxnSpPr>
        <p:spPr>
          <a:xfrm flipV="1">
            <a:off x="4965901" y="4075276"/>
            <a:ext cx="0" cy="166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12404FD-6298-4B1D-A9CA-3DA0C6A42B44}"/>
              </a:ext>
            </a:extLst>
          </p:cNvPr>
          <p:cNvCxnSpPr>
            <a:stCxn id="49" idx="6"/>
          </p:cNvCxnSpPr>
          <p:nvPr/>
        </p:nvCxnSpPr>
        <p:spPr>
          <a:xfrm>
            <a:off x="5065669" y="3969836"/>
            <a:ext cx="3433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667948C-9FB4-4347-950C-866F3A8024D3}"/>
              </a:ext>
            </a:extLst>
          </p:cNvPr>
          <p:cNvCxnSpPr/>
          <p:nvPr/>
        </p:nvCxnSpPr>
        <p:spPr>
          <a:xfrm>
            <a:off x="5409028" y="3969836"/>
            <a:ext cx="0" cy="10071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377D2E5-0B37-45E9-994C-7F375B1D46BD}"/>
              </a:ext>
            </a:extLst>
          </p:cNvPr>
          <p:cNvCxnSpPr/>
          <p:nvPr/>
        </p:nvCxnSpPr>
        <p:spPr>
          <a:xfrm>
            <a:off x="5409028" y="4985158"/>
            <a:ext cx="47126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A42DAA87-200A-45CA-9CAF-D312B021F76F}"/>
                  </a:ext>
                </a:extLst>
              </p:cNvPr>
              <p:cNvSpPr txBox="1"/>
              <p:nvPr/>
            </p:nvSpPr>
            <p:spPr>
              <a:xfrm>
                <a:off x="1399734" y="5549705"/>
                <a:ext cx="8547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A42DAA87-200A-45CA-9CAF-D312B021F7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9734" y="5549705"/>
                <a:ext cx="854741" cy="646331"/>
              </a:xfrm>
              <a:prstGeom prst="rect">
                <a:avLst/>
              </a:prstGeom>
              <a:blipFill>
                <a:blip r:embed="rId8"/>
                <a:stretch>
                  <a:fillRect l="-6429" t="-4717" r="-5000" b="-188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5FE3975-C41D-45E6-8DFB-CFBD806E0D6C}"/>
                  </a:ext>
                </a:extLst>
              </p:cNvPr>
              <p:cNvSpPr txBox="1"/>
              <p:nvPr/>
            </p:nvSpPr>
            <p:spPr>
              <a:xfrm>
                <a:off x="105506" y="4579032"/>
                <a:ext cx="109628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Hidden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5FE3975-C41D-45E6-8DFB-CFBD806E0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06" y="4579032"/>
                <a:ext cx="1096281" cy="646331"/>
              </a:xfrm>
              <a:prstGeom prst="rect">
                <a:avLst/>
              </a:prstGeom>
              <a:blipFill>
                <a:blip r:embed="rId9"/>
                <a:stretch>
                  <a:fillRect l="-4444" t="-4717" r="-2222" b="-188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6D8D4A6C-18E4-4479-8FAF-85886F4FDC0C}"/>
                  </a:ext>
                </a:extLst>
              </p:cNvPr>
              <p:cNvSpPr txBox="1"/>
              <p:nvPr/>
            </p:nvSpPr>
            <p:spPr>
              <a:xfrm>
                <a:off x="6025628" y="4618888"/>
                <a:ext cx="109628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Hidden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6D8D4A6C-18E4-4479-8FAF-85886F4FDC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5628" y="4618888"/>
                <a:ext cx="1096281" cy="646331"/>
              </a:xfrm>
              <a:prstGeom prst="rect">
                <a:avLst/>
              </a:prstGeom>
              <a:blipFill>
                <a:blip r:embed="rId10"/>
                <a:stretch>
                  <a:fillRect l="-4444" t="-5660" r="-2222" b="-188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F28FA8E-0C05-4816-924D-377BCA631F4E}"/>
                  </a:ext>
                </a:extLst>
              </p:cNvPr>
              <p:cNvSpPr txBox="1"/>
              <p:nvPr/>
            </p:nvSpPr>
            <p:spPr>
              <a:xfrm>
                <a:off x="189913" y="2848708"/>
                <a:ext cx="116971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memory cell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F28FA8E-0C05-4816-924D-377BCA631F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913" y="2848708"/>
                <a:ext cx="1169715" cy="646331"/>
              </a:xfrm>
              <a:prstGeom prst="rect">
                <a:avLst/>
              </a:prstGeom>
              <a:blipFill>
                <a:blip r:embed="rId11"/>
                <a:stretch>
                  <a:fillRect l="-4167" t="-4717" r="-8333" b="-1415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636F4F3-FAA3-44B9-9668-FCE1D6E89B0E}"/>
                  </a:ext>
                </a:extLst>
              </p:cNvPr>
              <p:cNvSpPr txBox="1"/>
              <p:nvPr/>
            </p:nvSpPr>
            <p:spPr>
              <a:xfrm>
                <a:off x="6081903" y="2818226"/>
                <a:ext cx="116971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memory cell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636F4F3-FAA3-44B9-9668-FCE1D6E89B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1903" y="2818226"/>
                <a:ext cx="1169715" cy="646331"/>
              </a:xfrm>
              <a:prstGeom prst="rect">
                <a:avLst/>
              </a:prstGeom>
              <a:blipFill>
                <a:blip r:embed="rId12"/>
                <a:stretch>
                  <a:fillRect l="-4688" t="-4717" r="-7813" b="-1415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7C78BC5-A04B-4FA0-969B-39A7EB4BEB8A}"/>
                  </a:ext>
                </a:extLst>
              </p:cNvPr>
              <p:cNvSpPr txBox="1"/>
              <p:nvPr/>
            </p:nvSpPr>
            <p:spPr>
              <a:xfrm>
                <a:off x="3495942" y="5971880"/>
                <a:ext cx="1975647" cy="6173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7C78BC5-A04B-4FA0-969B-39A7EB4BEB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5942" y="5971880"/>
                <a:ext cx="1975647" cy="61734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AE15FB0D-E355-4AD7-B8FD-F7733D4DFD10}"/>
                  </a:ext>
                </a:extLst>
              </p:cNvPr>
              <p:cNvSpPr txBox="1"/>
              <p:nvPr/>
            </p:nvSpPr>
            <p:spPr>
              <a:xfrm>
                <a:off x="1077686" y="3857295"/>
                <a:ext cx="103414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forget gate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AE15FB0D-E355-4AD7-B8FD-F7733D4DFD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686" y="3857295"/>
                <a:ext cx="1034144" cy="646331"/>
              </a:xfrm>
              <a:prstGeom prst="rect">
                <a:avLst/>
              </a:prstGeom>
              <a:blipFill>
                <a:blip r:embed="rId14"/>
                <a:stretch>
                  <a:fillRect l="-5325" t="-5660" b="-1415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229B1BC1-1D63-49D4-8D19-0CE1309A5E11}"/>
                  </a:ext>
                </a:extLst>
              </p:cNvPr>
              <p:cNvSpPr txBox="1"/>
              <p:nvPr/>
            </p:nvSpPr>
            <p:spPr>
              <a:xfrm>
                <a:off x="2439912" y="3594698"/>
                <a:ext cx="103414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input gate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229B1BC1-1D63-49D4-8D19-0CE1309A5E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9912" y="3594698"/>
                <a:ext cx="1034144" cy="646331"/>
              </a:xfrm>
              <a:prstGeom prst="rect">
                <a:avLst/>
              </a:prstGeom>
              <a:blipFill>
                <a:blip r:embed="rId15"/>
                <a:stretch>
                  <a:fillRect l="-4706" t="-5660" b="-1415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E9FE413C-00A7-411F-A244-6F6FFA22604E}"/>
                  </a:ext>
                </a:extLst>
              </p:cNvPr>
              <p:cNvSpPr txBox="1"/>
              <p:nvPr/>
            </p:nvSpPr>
            <p:spPr>
              <a:xfrm>
                <a:off x="4528943" y="5001469"/>
                <a:ext cx="103414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output gate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E9FE413C-00A7-411F-A244-6F6FFA226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8943" y="5001469"/>
                <a:ext cx="1034144" cy="646331"/>
              </a:xfrm>
              <a:prstGeom prst="rect">
                <a:avLst/>
              </a:prstGeom>
              <a:blipFill>
                <a:blip r:embed="rId16"/>
                <a:stretch>
                  <a:fillRect l="-5294" t="-4717" r="-2353" b="-1415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C6ADF94-A040-D063-35D2-67CFBA2CA06D}"/>
                  </a:ext>
                </a:extLst>
              </p:cNvPr>
              <p:cNvSpPr txBox="1"/>
              <p:nvPr/>
            </p:nvSpPr>
            <p:spPr>
              <a:xfrm>
                <a:off x="4051586" y="3853105"/>
                <a:ext cx="265530" cy="3795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̃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C6ADF94-A040-D063-35D2-67CFBA2CA0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1586" y="3853105"/>
                <a:ext cx="265530" cy="379527"/>
              </a:xfrm>
              <a:prstGeom prst="rect">
                <a:avLst/>
              </a:prstGeom>
              <a:blipFill>
                <a:blip r:embed="rId17"/>
                <a:stretch>
                  <a:fillRect t="-6452" r="-25581" b="-161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495F8F1-0289-C2A6-52AD-3ADBF952F635}"/>
                  </a:ext>
                </a:extLst>
              </p:cNvPr>
              <p:cNvSpPr txBox="1"/>
              <p:nvPr/>
            </p:nvSpPr>
            <p:spPr>
              <a:xfrm>
                <a:off x="3294011" y="1928084"/>
                <a:ext cx="3398619" cy="3750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⨀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⨀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495F8F1-0289-C2A6-52AD-3ADBF952F6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4011" y="1928084"/>
                <a:ext cx="3398619" cy="375039"/>
              </a:xfrm>
              <a:prstGeom prst="rect">
                <a:avLst/>
              </a:prstGeom>
              <a:blipFill>
                <a:blip r:embed="rId18"/>
                <a:stretch>
                  <a:fillRect t="-1613" b="-483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6E5981F-9187-F894-5C9C-5E4B5BF0791F}"/>
                  </a:ext>
                </a:extLst>
              </p:cNvPr>
              <p:cNvSpPr txBox="1"/>
              <p:nvPr/>
            </p:nvSpPr>
            <p:spPr>
              <a:xfrm>
                <a:off x="6645847" y="1811759"/>
                <a:ext cx="2498153" cy="6501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SG" sz="1200" dirty="0"/>
                  <a:t>: old memory to keep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SG" sz="1200" dirty="0"/>
                  <a:t>: candidate new memory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SG" sz="1200" dirty="0"/>
                  <a:t>: new memory to write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6E5981F-9187-F894-5C9C-5E4B5BF079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5847" y="1811759"/>
                <a:ext cx="2498153" cy="650114"/>
              </a:xfrm>
              <a:prstGeom prst="rect">
                <a:avLst/>
              </a:prstGeom>
              <a:blipFill>
                <a:blip r:embed="rId19"/>
                <a:stretch>
                  <a:fillRect b="-560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7646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AC57E-6158-4441-9CDF-2BC98AA30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Formulas corresponding the LSTM diagram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E986C4-66D6-4E08-9A48-C557E43FB4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71067" y="2307144"/>
                <a:ext cx="5563005" cy="435133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tanh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⨀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⨀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⨀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tanh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b="0" dirty="0"/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E986C4-66D6-4E08-9A48-C557E43FB4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71067" y="2307144"/>
                <a:ext cx="5563005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28ADA7C-914B-9246-A0D9-428D30678460}"/>
                  </a:ext>
                </a:extLst>
              </p:cNvPr>
              <p:cNvSpPr txBox="1"/>
              <p:nvPr/>
            </p:nvSpPr>
            <p:spPr>
              <a:xfrm>
                <a:off x="6809361" y="5642043"/>
                <a:ext cx="185798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SG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⨀</m:t>
                    </m:r>
                  </m:oMath>
                </a14:m>
                <a:r>
                  <a:rPr lang="en-SG" dirty="0"/>
                  <a:t>: </a:t>
                </a:r>
                <a:r>
                  <a:rPr lang="en-SG" sz="1400" dirty="0"/>
                  <a:t>element-wise multiplication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28ADA7C-914B-9246-A0D9-428D306784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9361" y="5642043"/>
                <a:ext cx="1857983" cy="584775"/>
              </a:xfrm>
              <a:prstGeom prst="rect">
                <a:avLst/>
              </a:prstGeom>
              <a:blipFill>
                <a:blip r:embed="rId3"/>
                <a:stretch>
                  <a:fillRect l="-984" t="-6316" b="-1052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1894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C6B3B-1007-4B5E-CA95-F6320D673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using LSTM</a:t>
            </a:r>
            <a:endParaRPr lang="en-S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9FDB62-6861-296D-8F9C-035BDB58DF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1) Damped oscillation – predicting the next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+1,⋯, 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SG" dirty="0"/>
                  <a:t>, assuming a signal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SG" dirty="0"/>
              </a:p>
              <a:p>
                <a:endParaRPr lang="en-SG" dirty="0"/>
              </a:p>
              <a:p>
                <a:r>
                  <a:rPr lang="en-SG" dirty="0"/>
                  <a:t>2) Lorenz-system time series:</a:t>
                </a:r>
              </a:p>
              <a:p>
                <a:pPr marL="0" indent="0">
                  <a:buNone/>
                </a:pPr>
                <a:r>
                  <a:rPr lang="en-SG" dirty="0"/>
                  <a:t>	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SG" dirty="0"/>
                  <a:t> </a:t>
                </a:r>
              </a:p>
              <a:p>
                <a:pPr marL="0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̇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SG" dirty="0"/>
                  <a:t> </a:t>
                </a:r>
              </a:p>
              <a:p>
                <a:pPr marL="0" indent="0">
                  <a:buNone/>
                </a:pPr>
                <a:r>
                  <a:rPr lang="en-SG" dirty="0"/>
                  <a:t>	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SG" dirty="0"/>
                  <a:t> </a:t>
                </a:r>
              </a:p>
              <a:p>
                <a:pPr marL="0" indent="0">
                  <a:buNone/>
                </a:pPr>
                <a:r>
                  <a:rPr lang="en-SG" dirty="0"/>
                  <a:t>use previous states to predict the next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SG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9FDB62-6861-296D-8F9C-035BDB58DF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336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7468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92F96-B088-8AA4-92E9-FA9A0C910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Example, damped-oscillation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B2B38A-582C-3260-5626-BE5C32B786C1}"/>
              </a:ext>
            </a:extLst>
          </p:cNvPr>
          <p:cNvSpPr txBox="1"/>
          <p:nvPr/>
        </p:nvSpPr>
        <p:spPr>
          <a:xfrm>
            <a:off x="734439" y="2699425"/>
            <a:ext cx="840956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 LSTM(</a:t>
            </a:r>
            <a:r>
              <a:rPr lang="en-SG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nn.Module</a:t>
            </a: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def __</a:t>
            </a:r>
            <a:r>
              <a:rPr lang="en-SG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__(self, </a:t>
            </a:r>
            <a:r>
              <a:rPr lang="en-SG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n_hidden</a:t>
            </a: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super().__</a:t>
            </a:r>
            <a:r>
              <a:rPr lang="en-SG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  <a:p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SG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self.lstm</a:t>
            </a: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SG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nn.LSTM</a:t>
            </a: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(1, </a:t>
            </a:r>
            <a:r>
              <a:rPr lang="en-SG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n_hidden</a:t>
            </a: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SG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batch_first</a:t>
            </a: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=True)</a:t>
            </a:r>
          </a:p>
          <a:p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SG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self.fc</a:t>
            </a: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SG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nn.Linear</a:t>
            </a: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SG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n_hidden</a:t>
            </a: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, 1)</a:t>
            </a:r>
          </a:p>
          <a:p>
            <a:endParaRPr lang="en-SG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def forward(self, x):</a:t>
            </a:r>
          </a:p>
          <a:p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h, _ = </a:t>
            </a:r>
            <a:r>
              <a:rPr lang="en-SG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self.lstm</a:t>
            </a: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(x)</a:t>
            </a:r>
          </a:p>
          <a:p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y = </a:t>
            </a:r>
            <a:r>
              <a:rPr lang="en-SG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self.fc</a:t>
            </a: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(h[:, -1, :])</a:t>
            </a:r>
          </a:p>
          <a:p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AF6C0F-15B3-B591-09A3-9BB34EA68BAD}"/>
              </a:ext>
            </a:extLst>
          </p:cNvPr>
          <p:cNvSpPr txBox="1"/>
          <p:nvPr/>
        </p:nvSpPr>
        <p:spPr>
          <a:xfrm>
            <a:off x="807396" y="6055467"/>
            <a:ext cx="3492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See complete code in LSTM-damped-</a:t>
            </a:r>
            <a:r>
              <a:rPr lang="en-US" dirty="0" err="1"/>
              <a:t>oscillation.ipynb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00611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5382D-4A72-0542-9F3C-E6417F9CC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and Answers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A4FC6-1A5F-F958-C8FD-112364FE3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1) What is an RNN, 2) how is CNN similar/differ from RNN?  3) how to construct the loss function in RNN? 4) what is the vanishing/exploding gradient problems?  5) What is the use of LSTM?  How does it differ from RNN?  6) What is a Markov chain; what is a hidden Markov chain?  7) What is an encoder-decoder architecture? 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31545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1141</TotalTime>
  <Words>1106</Words>
  <Application>Microsoft Office PowerPoint</Application>
  <PresentationFormat>On-screen Show (4:3)</PresentationFormat>
  <Paragraphs>165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Cambria Math</vt:lpstr>
      <vt:lpstr>Courier New</vt:lpstr>
      <vt:lpstr>Verdana</vt:lpstr>
      <vt:lpstr>Office Theme</vt:lpstr>
      <vt:lpstr>Week 8,   Recurrent Neural Networks</vt:lpstr>
      <vt:lpstr>Outline</vt:lpstr>
      <vt:lpstr>Handling sequential data </vt:lpstr>
      <vt:lpstr>Recurrent neural network (RNN)</vt:lpstr>
      <vt:lpstr>A concrete RNN and its unfolding </vt:lpstr>
      <vt:lpstr>PyTorch code for a simple RNN</vt:lpstr>
      <vt:lpstr>Using neural networks to represent joint probabilities of sequences</vt:lpstr>
      <vt:lpstr>Markov process </vt:lpstr>
      <vt:lpstr>Fully connected model vs. hidden Markov chain</vt:lpstr>
      <vt:lpstr>Compute gradient in RNN</vt:lpstr>
      <vt:lpstr>Encoder-decoder sequence-to-sequence architecture</vt:lpstr>
      <vt:lpstr>Machine translation using RNN</vt:lpstr>
      <vt:lpstr>Vanishing or exploding gradients in RNNs</vt:lpstr>
      <vt:lpstr>Long short-term memory (LSTM)</vt:lpstr>
      <vt:lpstr>Formulas corresponding the LSTM diagram</vt:lpstr>
      <vt:lpstr>Examples using LSTM</vt:lpstr>
      <vt:lpstr>Example, damped-oscillation</vt:lpstr>
      <vt:lpstr>Questions and Answers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AIS5203 Foundations of Deep Learning</dc:title>
  <dc:creator>Wang Jian-Sheng</dc:creator>
  <cp:lastModifiedBy>Wang Jian-Sheng</cp:lastModifiedBy>
  <cp:revision>88</cp:revision>
  <dcterms:created xsi:type="dcterms:W3CDTF">2021-10-08T06:30:06Z</dcterms:created>
  <dcterms:modified xsi:type="dcterms:W3CDTF">2026-09-26T03:32:12Z</dcterms:modified>
</cp:coreProperties>
</file>